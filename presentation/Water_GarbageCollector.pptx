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Akatab"/>
      <p:regular r:id="rId25"/>
      <p:bold r:id="rId26"/>
    </p:embeddedFont>
    <p:embeddedFont>
      <p:font typeface="Bebas Neue"/>
      <p:regular r:id="rId27"/>
    </p:embeddedFont>
    <p:embeddedFont>
      <p:font typeface="Noto Serif Ethiopic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katab-bold.fntdata"/><Relationship Id="rId25" Type="http://schemas.openxmlformats.org/officeDocument/2006/relationships/font" Target="fonts/Akatab-regular.fntdata"/><Relationship Id="rId28" Type="http://schemas.openxmlformats.org/officeDocument/2006/relationships/font" Target="fonts/NotoSerifEthiopic-regular.fntdata"/><Relationship Id="rId27" Type="http://schemas.openxmlformats.org/officeDocument/2006/relationships/font" Target="fonts/BebasNeu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NotoSerifEthiopic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5a5b4480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5a5b4480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5a5b44800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5a5b44800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59dc3832df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59dc3832df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3f8baaf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3f8baaf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f8d36c39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9f8d36c39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f3a8fc79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af3a8fc79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d35d8f46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ad35d8f46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5a78353f5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5a78353f5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5a78353f5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5a78353f5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f8d36c39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9f8d36c39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9f8d36c39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9f8d36c39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9f8d36c39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9f8d36c39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f3a8fc79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af3a8fc79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9f8d36c39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9f8d36c39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d35d8f46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ad35d8f46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ad35d8f46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ad35d8f46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f3a8fc79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af3a8fc79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9f8d36c39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9f8d36c39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af3a8fc79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af3a8fc79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5a78353f55_0_28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5a78353f55_0_28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251700" y="1050088"/>
            <a:ext cx="4890300" cy="19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251700" y="3040063"/>
            <a:ext cx="48903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1393550" y="2502950"/>
            <a:ext cx="4360200" cy="128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1393550" y="1713902"/>
            <a:ext cx="1200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93550" y="3743512"/>
            <a:ext cx="43602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720000" y="1152475"/>
            <a:ext cx="77040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4" name="Google Shape;24;p4"/>
          <p:cNvGrpSpPr/>
          <p:nvPr/>
        </p:nvGrpSpPr>
        <p:grpSpPr>
          <a:xfrm flipH="1">
            <a:off x="435875" y="1292300"/>
            <a:ext cx="90900" cy="3705900"/>
            <a:chOff x="7952125" y="1292300"/>
            <a:chExt cx="90900" cy="3705900"/>
          </a:xfrm>
        </p:grpSpPr>
        <p:sp>
          <p:nvSpPr>
            <p:cNvPr id="25" name="Google Shape;25;p4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" name="Google Shape;26;p4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" name="Google Shape;27;p4"/>
          <p:cNvGrpSpPr/>
          <p:nvPr/>
        </p:nvGrpSpPr>
        <p:grpSpPr>
          <a:xfrm rot="10800000">
            <a:off x="8617225" y="97275"/>
            <a:ext cx="90900" cy="3705900"/>
            <a:chOff x="7952125" y="1292300"/>
            <a:chExt cx="90900" cy="3705900"/>
          </a:xfrm>
        </p:grpSpPr>
        <p:sp>
          <p:nvSpPr>
            <p:cNvPr id="28" name="Google Shape;28;p4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1938000" y="1571850"/>
            <a:ext cx="5268000" cy="12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1938000" y="3033474"/>
            <a:ext cx="5268000" cy="12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6" name="Google Shape;36;p5"/>
          <p:cNvGrpSpPr/>
          <p:nvPr/>
        </p:nvGrpSpPr>
        <p:grpSpPr>
          <a:xfrm>
            <a:off x="165700" y="1292300"/>
            <a:ext cx="8349200" cy="3705900"/>
            <a:chOff x="165700" y="1292300"/>
            <a:chExt cx="8349200" cy="3705900"/>
          </a:xfrm>
        </p:grpSpPr>
        <p:grpSp>
          <p:nvGrpSpPr>
            <p:cNvPr id="37" name="Google Shape;37;p5"/>
            <p:cNvGrpSpPr/>
            <p:nvPr/>
          </p:nvGrpSpPr>
          <p:grpSpPr>
            <a:xfrm rot="10800000">
              <a:off x="165700" y="4608500"/>
              <a:ext cx="7941000" cy="90900"/>
              <a:chOff x="1239825" y="571500"/>
              <a:chExt cx="7941000" cy="90900"/>
            </a:xfrm>
          </p:grpSpPr>
          <p:cxnSp>
            <p:nvCxnSpPr>
              <p:cNvPr id="38" name="Google Shape;38;p5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" name="Google Shape;39;p5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" name="Google Shape;40;p5"/>
            <p:cNvGrpSpPr/>
            <p:nvPr/>
          </p:nvGrpSpPr>
          <p:grpSpPr>
            <a:xfrm flipH="1">
              <a:off x="8424000" y="1292300"/>
              <a:ext cx="90900" cy="3705900"/>
              <a:chOff x="7952125" y="1292300"/>
              <a:chExt cx="90900" cy="3705900"/>
            </a:xfrm>
          </p:grpSpPr>
          <p:sp>
            <p:nvSpPr>
              <p:cNvPr id="41" name="Google Shape;41;p5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2" name="Google Shape;42;p5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Noto Serif Ethiopic"/>
              <a:buNone/>
              <a:defRPr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Noto Serif Ethiopic"/>
              <a:buNone/>
              <a:defRPr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Noto Serif Ethiopic"/>
              <a:buNone/>
              <a:defRPr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Noto Serif Ethiopic"/>
              <a:buNone/>
              <a:defRPr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Noto Serif Ethiopic"/>
              <a:buNone/>
              <a:defRPr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Noto Serif Ethiopic"/>
              <a:buNone/>
              <a:defRPr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Noto Serif Ethiopic"/>
              <a:buNone/>
              <a:defRPr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Noto Serif Ethiopic"/>
              <a:buNone/>
              <a:defRPr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grpSp>
        <p:nvGrpSpPr>
          <p:cNvPr id="47" name="Google Shape;47;p6"/>
          <p:cNvGrpSpPr/>
          <p:nvPr/>
        </p:nvGrpSpPr>
        <p:grpSpPr>
          <a:xfrm>
            <a:off x="435875" y="97275"/>
            <a:ext cx="8272250" cy="4900925"/>
            <a:chOff x="435875" y="97275"/>
            <a:chExt cx="8272250" cy="4900925"/>
          </a:xfrm>
        </p:grpSpPr>
        <p:grpSp>
          <p:nvGrpSpPr>
            <p:cNvPr id="48" name="Google Shape;48;p6"/>
            <p:cNvGrpSpPr/>
            <p:nvPr/>
          </p:nvGrpSpPr>
          <p:grpSpPr>
            <a:xfrm flipH="1">
              <a:off x="435875" y="1292300"/>
              <a:ext cx="90900" cy="3705900"/>
              <a:chOff x="7952125" y="1292300"/>
              <a:chExt cx="90900" cy="3705900"/>
            </a:xfrm>
          </p:grpSpPr>
          <p:sp>
            <p:nvSpPr>
              <p:cNvPr id="49" name="Google Shape;49;p6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0" name="Google Shape;50;p6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1" name="Google Shape;51;p6"/>
            <p:cNvGrpSpPr/>
            <p:nvPr/>
          </p:nvGrpSpPr>
          <p:grpSpPr>
            <a:xfrm rot="10800000">
              <a:off x="8617225" y="97275"/>
              <a:ext cx="90900" cy="3705900"/>
              <a:chOff x="7952125" y="1292300"/>
              <a:chExt cx="90900" cy="3705900"/>
            </a:xfrm>
          </p:grpSpPr>
          <p:sp>
            <p:nvSpPr>
              <p:cNvPr id="52" name="Google Shape;52;p6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3" name="Google Shape;53;p6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720000" y="1152475"/>
            <a:ext cx="7704000" cy="19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59" name="Google Shape;59;p7"/>
          <p:cNvGrpSpPr/>
          <p:nvPr/>
        </p:nvGrpSpPr>
        <p:grpSpPr>
          <a:xfrm flipH="1" rot="10800000">
            <a:off x="2502023" y="4741850"/>
            <a:ext cx="6506400" cy="90900"/>
            <a:chOff x="1239825" y="571500"/>
            <a:chExt cx="6506400" cy="90900"/>
          </a:xfrm>
        </p:grpSpPr>
        <p:cxnSp>
          <p:nvCxnSpPr>
            <p:cNvPr id="60" name="Google Shape;60;p7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" name="Google Shape;61;p7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 txBox="1"/>
          <p:nvPr>
            <p:ph type="title"/>
          </p:nvPr>
        </p:nvSpPr>
        <p:spPr>
          <a:xfrm>
            <a:off x="2496300" y="1417500"/>
            <a:ext cx="4151400" cy="23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66" name="Google Shape;66;p8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67" name="Google Shape;67;p8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8" name="Google Shape;68;p8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" name="Google Shape;69;p8"/>
          <p:cNvGrpSpPr/>
          <p:nvPr/>
        </p:nvGrpSpPr>
        <p:grpSpPr>
          <a:xfrm flipH="1" rot="10800000">
            <a:off x="2467871" y="298450"/>
            <a:ext cx="6506400" cy="90900"/>
            <a:chOff x="1239825" y="571500"/>
            <a:chExt cx="6506400" cy="90900"/>
          </a:xfrm>
        </p:grpSpPr>
        <p:cxnSp>
          <p:nvCxnSpPr>
            <p:cNvPr id="70" name="Google Shape;70;p8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" name="Google Shape;71;p8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3102200" y="2281338"/>
            <a:ext cx="4661100" cy="9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9"/>
          <p:cNvSpPr txBox="1"/>
          <p:nvPr>
            <p:ph idx="1" type="subTitle"/>
          </p:nvPr>
        </p:nvSpPr>
        <p:spPr>
          <a:xfrm>
            <a:off x="3102200" y="3262669"/>
            <a:ext cx="4661100" cy="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>
            <p:ph idx="2" type="pic"/>
          </p:nvPr>
        </p:nvSpPr>
        <p:spPr>
          <a:xfrm>
            <a:off x="-11825" y="-11825"/>
            <a:ext cx="9155700" cy="5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/>
          <p:nvPr>
            <p:ph type="title"/>
          </p:nvPr>
        </p:nvSpPr>
        <p:spPr>
          <a:xfrm>
            <a:off x="1522200" y="3961375"/>
            <a:ext cx="60996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 txBox="1"/>
          <p:nvPr>
            <p:ph hasCustomPrompt="1" type="title"/>
          </p:nvPr>
        </p:nvSpPr>
        <p:spPr>
          <a:xfrm>
            <a:off x="1740000" y="1788150"/>
            <a:ext cx="5664000" cy="11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" name="Google Shape;85;p11"/>
          <p:cNvSpPr txBox="1"/>
          <p:nvPr>
            <p:ph idx="1" type="subTitle"/>
          </p:nvPr>
        </p:nvSpPr>
        <p:spPr>
          <a:xfrm>
            <a:off x="1740000" y="2957550"/>
            <a:ext cx="5664000" cy="3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86" name="Google Shape;86;p11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87" name="Google Shape;87;p11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" name="Google Shape;88;p11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11"/>
          <p:cNvGrpSpPr/>
          <p:nvPr/>
        </p:nvGrpSpPr>
        <p:grpSpPr>
          <a:xfrm flipH="1" rot="10800000">
            <a:off x="2467871" y="298450"/>
            <a:ext cx="6506400" cy="90900"/>
            <a:chOff x="1239825" y="571500"/>
            <a:chExt cx="6506400" cy="90900"/>
          </a:xfrm>
        </p:grpSpPr>
        <p:cxnSp>
          <p:nvCxnSpPr>
            <p:cNvPr id="90" name="Google Shape;90;p11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" name="Google Shape;91;p11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 txBox="1"/>
          <p:nvPr>
            <p:ph hasCustomPrompt="1" type="title"/>
          </p:nvPr>
        </p:nvSpPr>
        <p:spPr>
          <a:xfrm>
            <a:off x="1245650" y="10734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720000" y="2211355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hasCustomPrompt="1" idx="2" type="title"/>
          </p:nvPr>
        </p:nvSpPr>
        <p:spPr>
          <a:xfrm>
            <a:off x="3931900" y="10734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idx="3" type="subTitle"/>
          </p:nvPr>
        </p:nvSpPr>
        <p:spPr>
          <a:xfrm>
            <a:off x="3403800" y="2211355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hasCustomPrompt="1" idx="4" type="title"/>
          </p:nvPr>
        </p:nvSpPr>
        <p:spPr>
          <a:xfrm>
            <a:off x="6623050" y="107340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idx="5" type="subTitle"/>
          </p:nvPr>
        </p:nvSpPr>
        <p:spPr>
          <a:xfrm>
            <a:off x="6087600" y="2211355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hasCustomPrompt="1" idx="6" type="title"/>
          </p:nvPr>
        </p:nvSpPr>
        <p:spPr>
          <a:xfrm>
            <a:off x="2590000" y="2824525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/>
          <p:nvPr>
            <p:ph idx="7" type="subTitle"/>
          </p:nvPr>
        </p:nvSpPr>
        <p:spPr>
          <a:xfrm>
            <a:off x="2064350" y="3970706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8" type="title"/>
          </p:nvPr>
        </p:nvSpPr>
        <p:spPr>
          <a:xfrm>
            <a:off x="5276250" y="2824525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idx="9" type="subTitle"/>
          </p:nvPr>
        </p:nvSpPr>
        <p:spPr>
          <a:xfrm>
            <a:off x="4748150" y="3970706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3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4" type="subTitle"/>
          </p:nvPr>
        </p:nvSpPr>
        <p:spPr>
          <a:xfrm>
            <a:off x="715100" y="1590600"/>
            <a:ext cx="2336400" cy="717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0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5" type="subTitle"/>
          </p:nvPr>
        </p:nvSpPr>
        <p:spPr>
          <a:xfrm>
            <a:off x="3403800" y="1590600"/>
            <a:ext cx="2336400" cy="717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0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6" type="subTitle"/>
          </p:nvPr>
        </p:nvSpPr>
        <p:spPr>
          <a:xfrm>
            <a:off x="6092500" y="1590600"/>
            <a:ext cx="2336400" cy="717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0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17" type="subTitle"/>
          </p:nvPr>
        </p:nvSpPr>
        <p:spPr>
          <a:xfrm>
            <a:off x="2059450" y="3350000"/>
            <a:ext cx="2336400" cy="717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0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8" type="subTitle"/>
          </p:nvPr>
        </p:nvSpPr>
        <p:spPr>
          <a:xfrm>
            <a:off x="4748150" y="3350000"/>
            <a:ext cx="2336400" cy="717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0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grpSp>
        <p:nvGrpSpPr>
          <p:cNvPr id="113" name="Google Shape;113;p13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114" name="Google Shape;114;p13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" name="Google Shape;115;p13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 txBox="1"/>
          <p:nvPr>
            <p:ph type="title"/>
          </p:nvPr>
        </p:nvSpPr>
        <p:spPr>
          <a:xfrm>
            <a:off x="1717938" y="3040950"/>
            <a:ext cx="57081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4"/>
          <p:cNvSpPr txBox="1"/>
          <p:nvPr>
            <p:ph idx="1" type="subTitle"/>
          </p:nvPr>
        </p:nvSpPr>
        <p:spPr>
          <a:xfrm>
            <a:off x="1717960" y="1570650"/>
            <a:ext cx="5708100" cy="147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121" name="Google Shape;121;p14"/>
          <p:cNvGrpSpPr/>
          <p:nvPr/>
        </p:nvGrpSpPr>
        <p:grpSpPr>
          <a:xfrm>
            <a:off x="435875" y="97275"/>
            <a:ext cx="8272250" cy="4900925"/>
            <a:chOff x="435875" y="97275"/>
            <a:chExt cx="8272250" cy="4900925"/>
          </a:xfrm>
        </p:grpSpPr>
        <p:grpSp>
          <p:nvGrpSpPr>
            <p:cNvPr id="122" name="Google Shape;122;p14"/>
            <p:cNvGrpSpPr/>
            <p:nvPr/>
          </p:nvGrpSpPr>
          <p:grpSpPr>
            <a:xfrm rot="10800000">
              <a:off x="435875" y="97275"/>
              <a:ext cx="90900" cy="3705900"/>
              <a:chOff x="7952125" y="1292300"/>
              <a:chExt cx="90900" cy="3705900"/>
            </a:xfrm>
          </p:grpSpPr>
          <p:sp>
            <p:nvSpPr>
              <p:cNvPr id="123" name="Google Shape;123;p14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4" name="Google Shape;124;p14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5" name="Google Shape;125;p14"/>
            <p:cNvGrpSpPr/>
            <p:nvPr/>
          </p:nvGrpSpPr>
          <p:grpSpPr>
            <a:xfrm flipH="1">
              <a:off x="8617225" y="1292300"/>
              <a:ext cx="90900" cy="3705900"/>
              <a:chOff x="7952125" y="1292300"/>
              <a:chExt cx="90900" cy="3705900"/>
            </a:xfrm>
          </p:grpSpPr>
          <p:sp>
            <p:nvSpPr>
              <p:cNvPr id="126" name="Google Shape;126;p14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7" name="Google Shape;127;p14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"/>
          <p:cNvSpPr txBox="1"/>
          <p:nvPr>
            <p:ph type="title"/>
          </p:nvPr>
        </p:nvSpPr>
        <p:spPr>
          <a:xfrm>
            <a:off x="2352125" y="2350750"/>
            <a:ext cx="3555300" cy="13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15"/>
          <p:cNvSpPr txBox="1"/>
          <p:nvPr>
            <p:ph hasCustomPrompt="1" idx="2" type="title"/>
          </p:nvPr>
        </p:nvSpPr>
        <p:spPr>
          <a:xfrm>
            <a:off x="1152125" y="2350752"/>
            <a:ext cx="1200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2352125" y="3718300"/>
            <a:ext cx="35553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 txBox="1"/>
          <p:nvPr>
            <p:ph type="title"/>
          </p:nvPr>
        </p:nvSpPr>
        <p:spPr>
          <a:xfrm>
            <a:off x="3854900" y="2450375"/>
            <a:ext cx="3733800" cy="14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8" name="Google Shape;138;p16"/>
          <p:cNvSpPr txBox="1"/>
          <p:nvPr>
            <p:ph hasCustomPrompt="1" idx="2" type="title"/>
          </p:nvPr>
        </p:nvSpPr>
        <p:spPr>
          <a:xfrm>
            <a:off x="5121800" y="1643052"/>
            <a:ext cx="1200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9" name="Google Shape;139;p16"/>
          <p:cNvSpPr txBox="1"/>
          <p:nvPr>
            <p:ph idx="1" type="subTitle"/>
          </p:nvPr>
        </p:nvSpPr>
        <p:spPr>
          <a:xfrm>
            <a:off x="3854900" y="3855551"/>
            <a:ext cx="3733800" cy="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4" name="Google Shape;144;p17"/>
          <p:cNvGrpSpPr/>
          <p:nvPr/>
        </p:nvGrpSpPr>
        <p:grpSpPr>
          <a:xfrm rot="10800000">
            <a:off x="165700" y="4608500"/>
            <a:ext cx="7941000" cy="90900"/>
            <a:chOff x="1239825" y="571500"/>
            <a:chExt cx="7941000" cy="90900"/>
          </a:xfrm>
        </p:grpSpPr>
        <p:cxnSp>
          <p:nvCxnSpPr>
            <p:cNvPr id="145" name="Google Shape;145;p17"/>
            <p:cNvCxnSpPr/>
            <p:nvPr/>
          </p:nvCxnSpPr>
          <p:spPr>
            <a:xfrm>
              <a:off x="1239825" y="571500"/>
              <a:ext cx="79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" name="Google Shape;146;p17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51" name="Google Shape;151;p18"/>
          <p:cNvGrpSpPr/>
          <p:nvPr/>
        </p:nvGrpSpPr>
        <p:grpSpPr>
          <a:xfrm flipH="1">
            <a:off x="8617225" y="1292300"/>
            <a:ext cx="90900" cy="3705900"/>
            <a:chOff x="7952125" y="1292300"/>
            <a:chExt cx="90900" cy="3705900"/>
          </a:xfrm>
        </p:grpSpPr>
        <p:sp>
          <p:nvSpPr>
            <p:cNvPr id="152" name="Google Shape;152;p18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3" name="Google Shape;153;p18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4" name="Google Shape;15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 txBox="1"/>
          <p:nvPr>
            <p:ph idx="1" type="subTitle"/>
          </p:nvPr>
        </p:nvSpPr>
        <p:spPr>
          <a:xfrm>
            <a:off x="1068813" y="2004274"/>
            <a:ext cx="3615600" cy="16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59" name="Google Shape;159;p19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160" name="Google Shape;160;p19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1" name="Google Shape;161;p19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p19"/>
          <p:cNvGrpSpPr/>
          <p:nvPr/>
        </p:nvGrpSpPr>
        <p:grpSpPr>
          <a:xfrm flipH="1" rot="10800000">
            <a:off x="402371" y="298450"/>
            <a:ext cx="8394600" cy="90900"/>
            <a:chOff x="1239825" y="571500"/>
            <a:chExt cx="8394600" cy="90900"/>
          </a:xfrm>
        </p:grpSpPr>
        <p:cxnSp>
          <p:nvCxnSpPr>
            <p:cNvPr id="163" name="Google Shape;163;p19"/>
            <p:cNvCxnSpPr/>
            <p:nvPr/>
          </p:nvCxnSpPr>
          <p:spPr>
            <a:xfrm>
              <a:off x="1239825" y="571500"/>
              <a:ext cx="8394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" name="Google Shape;164;p19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9"/>
          <p:cNvSpPr/>
          <p:nvPr>
            <p:ph idx="2" type="pic"/>
          </p:nvPr>
        </p:nvSpPr>
        <p:spPr>
          <a:xfrm>
            <a:off x="4789588" y="1603025"/>
            <a:ext cx="3285600" cy="24765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 txBox="1"/>
          <p:nvPr>
            <p:ph idx="1" type="subTitle"/>
          </p:nvPr>
        </p:nvSpPr>
        <p:spPr>
          <a:xfrm>
            <a:off x="4507381" y="3382988"/>
            <a:ext cx="36156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type="title"/>
          </p:nvPr>
        </p:nvSpPr>
        <p:spPr>
          <a:xfrm>
            <a:off x="4507456" y="1055513"/>
            <a:ext cx="3615600" cy="23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1" name="Google Shape;171;p20"/>
          <p:cNvSpPr/>
          <p:nvPr>
            <p:ph idx="2" type="pic"/>
          </p:nvPr>
        </p:nvSpPr>
        <p:spPr>
          <a:xfrm>
            <a:off x="1020944" y="1333499"/>
            <a:ext cx="3285600" cy="2476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72" name="Google Shape;172;p20"/>
          <p:cNvGrpSpPr/>
          <p:nvPr/>
        </p:nvGrpSpPr>
        <p:grpSpPr>
          <a:xfrm>
            <a:off x="435875" y="97275"/>
            <a:ext cx="90900" cy="3705900"/>
            <a:chOff x="435875" y="97275"/>
            <a:chExt cx="90900" cy="3705900"/>
          </a:xfrm>
        </p:grpSpPr>
        <p:cxnSp>
          <p:nvCxnSpPr>
            <p:cNvPr id="173" name="Google Shape;173;p20"/>
            <p:cNvCxnSpPr/>
            <p:nvPr/>
          </p:nvCxnSpPr>
          <p:spPr>
            <a:xfrm rot="10800000">
              <a:off x="435875" y="97275"/>
              <a:ext cx="0" cy="37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" name="Google Shape;174;p20"/>
            <p:cNvSpPr/>
            <p:nvPr/>
          </p:nvSpPr>
          <p:spPr>
            <a:xfrm rot="-5400000">
              <a:off x="228725" y="3505125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 txBox="1"/>
          <p:nvPr>
            <p:ph idx="1" type="subTitle"/>
          </p:nvPr>
        </p:nvSpPr>
        <p:spPr>
          <a:xfrm>
            <a:off x="2020350" y="4035800"/>
            <a:ext cx="510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9" name="Google Shape;179;p21"/>
          <p:cNvSpPr txBox="1"/>
          <p:nvPr>
            <p:ph type="title"/>
          </p:nvPr>
        </p:nvSpPr>
        <p:spPr>
          <a:xfrm>
            <a:off x="2020350" y="445025"/>
            <a:ext cx="510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80" name="Google Shape;180;p21"/>
          <p:cNvGrpSpPr/>
          <p:nvPr/>
        </p:nvGrpSpPr>
        <p:grpSpPr>
          <a:xfrm flipH="1" rot="10800000">
            <a:off x="2467871" y="4741850"/>
            <a:ext cx="6506400" cy="90900"/>
            <a:chOff x="1239825" y="571500"/>
            <a:chExt cx="6506400" cy="90900"/>
          </a:xfrm>
        </p:grpSpPr>
        <p:cxnSp>
          <p:nvCxnSpPr>
            <p:cNvPr id="181" name="Google Shape;181;p21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2" name="Google Shape;182;p21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21"/>
          <p:cNvGrpSpPr/>
          <p:nvPr/>
        </p:nvGrpSpPr>
        <p:grpSpPr>
          <a:xfrm rot="10800000">
            <a:off x="165548" y="298450"/>
            <a:ext cx="6506400" cy="90900"/>
            <a:chOff x="1239825" y="571500"/>
            <a:chExt cx="6506400" cy="90900"/>
          </a:xfrm>
        </p:grpSpPr>
        <p:cxnSp>
          <p:nvCxnSpPr>
            <p:cNvPr id="184" name="Google Shape;184;p21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5" name="Google Shape;185;p21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 txBox="1"/>
          <p:nvPr>
            <p:ph idx="1" type="subTitle"/>
          </p:nvPr>
        </p:nvSpPr>
        <p:spPr>
          <a:xfrm>
            <a:off x="4300156" y="2571750"/>
            <a:ext cx="3544800" cy="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type="title"/>
          </p:nvPr>
        </p:nvSpPr>
        <p:spPr>
          <a:xfrm>
            <a:off x="4300156" y="1836750"/>
            <a:ext cx="3544800" cy="73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1" name="Google Shape;191;p22"/>
          <p:cNvGrpSpPr/>
          <p:nvPr/>
        </p:nvGrpSpPr>
        <p:grpSpPr>
          <a:xfrm rot="10800000">
            <a:off x="435875" y="97275"/>
            <a:ext cx="90900" cy="3705900"/>
            <a:chOff x="7952125" y="1292300"/>
            <a:chExt cx="90900" cy="3705900"/>
          </a:xfrm>
        </p:grpSpPr>
        <p:sp>
          <p:nvSpPr>
            <p:cNvPr id="192" name="Google Shape;192;p22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" name="Google Shape;193;p22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4" name="Google Shape;194;p22"/>
          <p:cNvGrpSpPr/>
          <p:nvPr/>
        </p:nvGrpSpPr>
        <p:grpSpPr>
          <a:xfrm flipH="1">
            <a:off x="8617225" y="1292300"/>
            <a:ext cx="90900" cy="3705900"/>
            <a:chOff x="7952125" y="1292300"/>
            <a:chExt cx="90900" cy="3705900"/>
          </a:xfrm>
        </p:grpSpPr>
        <p:sp>
          <p:nvSpPr>
            <p:cNvPr id="195" name="Google Shape;195;p22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" name="Google Shape;196;p22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7" name="Google Shape;19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 txBox="1"/>
          <p:nvPr>
            <p:ph idx="1" type="subTitle"/>
          </p:nvPr>
        </p:nvSpPr>
        <p:spPr>
          <a:xfrm>
            <a:off x="1614200" y="2589150"/>
            <a:ext cx="3432900" cy="6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1" name="Google Shape;201;p23"/>
          <p:cNvSpPr txBox="1"/>
          <p:nvPr>
            <p:ph type="title"/>
          </p:nvPr>
        </p:nvSpPr>
        <p:spPr>
          <a:xfrm>
            <a:off x="1614200" y="1878450"/>
            <a:ext cx="3432900" cy="71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02" name="Google Shape;202;p23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203" name="Google Shape;203;p23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" name="Google Shape;204;p23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" name="Google Shape;205;p23"/>
          <p:cNvGrpSpPr/>
          <p:nvPr/>
        </p:nvGrpSpPr>
        <p:grpSpPr>
          <a:xfrm flipH="1" rot="10800000">
            <a:off x="2467871" y="298450"/>
            <a:ext cx="6506400" cy="90900"/>
            <a:chOff x="1239825" y="571500"/>
            <a:chExt cx="6506400" cy="90900"/>
          </a:xfrm>
        </p:grpSpPr>
        <p:cxnSp>
          <p:nvCxnSpPr>
            <p:cNvPr id="206" name="Google Shape;206;p23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" name="Google Shape;207;p23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ONE_COLUMN_TEXT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720000" y="1152475"/>
            <a:ext cx="7704000" cy="11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13" name="Google Shape;213;p24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214" name="Google Shape;214;p24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" name="Google Shape;215;p24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24"/>
          <p:cNvGrpSpPr/>
          <p:nvPr/>
        </p:nvGrpSpPr>
        <p:grpSpPr>
          <a:xfrm flipH="1" rot="10800000">
            <a:off x="328121" y="298450"/>
            <a:ext cx="8462100" cy="90900"/>
            <a:chOff x="1239825" y="571500"/>
            <a:chExt cx="8462100" cy="90900"/>
          </a:xfrm>
        </p:grpSpPr>
        <p:cxnSp>
          <p:nvCxnSpPr>
            <p:cNvPr id="217" name="Google Shape;217;p24"/>
            <p:cNvCxnSpPr/>
            <p:nvPr/>
          </p:nvCxnSpPr>
          <p:spPr>
            <a:xfrm>
              <a:off x="1239825" y="571500"/>
              <a:ext cx="8462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8" name="Google Shape;218;p24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5"/>
          <p:cNvSpPr txBox="1"/>
          <p:nvPr>
            <p:ph idx="1" type="subTitle"/>
          </p:nvPr>
        </p:nvSpPr>
        <p:spPr>
          <a:xfrm>
            <a:off x="948188" y="2303125"/>
            <a:ext cx="3211200" cy="4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23" name="Google Shape;223;p25"/>
          <p:cNvSpPr txBox="1"/>
          <p:nvPr>
            <p:ph idx="2" type="subTitle"/>
          </p:nvPr>
        </p:nvSpPr>
        <p:spPr>
          <a:xfrm>
            <a:off x="4984609" y="2303125"/>
            <a:ext cx="3211200" cy="4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24" name="Google Shape;224;p25"/>
          <p:cNvSpPr txBox="1"/>
          <p:nvPr>
            <p:ph idx="3" type="subTitle"/>
          </p:nvPr>
        </p:nvSpPr>
        <p:spPr>
          <a:xfrm>
            <a:off x="948188" y="2779225"/>
            <a:ext cx="3211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5" name="Google Shape;225;p25"/>
          <p:cNvSpPr txBox="1"/>
          <p:nvPr>
            <p:ph idx="4" type="subTitle"/>
          </p:nvPr>
        </p:nvSpPr>
        <p:spPr>
          <a:xfrm>
            <a:off x="4984609" y="2779225"/>
            <a:ext cx="3211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6" name="Google Shape;22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27" name="Google Shape;227;p25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228" name="Google Shape;228;p25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9" name="Google Shape;229;p25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" name="Google Shape;230;p25"/>
          <p:cNvGrpSpPr/>
          <p:nvPr/>
        </p:nvGrpSpPr>
        <p:grpSpPr>
          <a:xfrm flipH="1" rot="10800000">
            <a:off x="456371" y="298450"/>
            <a:ext cx="8307000" cy="90900"/>
            <a:chOff x="1239825" y="571500"/>
            <a:chExt cx="8307000" cy="90900"/>
          </a:xfrm>
        </p:grpSpPr>
        <p:cxnSp>
          <p:nvCxnSpPr>
            <p:cNvPr id="231" name="Google Shape;231;p25"/>
            <p:cNvCxnSpPr/>
            <p:nvPr/>
          </p:nvCxnSpPr>
          <p:spPr>
            <a:xfrm>
              <a:off x="1239825" y="571500"/>
              <a:ext cx="830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" name="Google Shape;232;p25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"/>
          <p:cNvSpPr txBox="1"/>
          <p:nvPr>
            <p:ph idx="1" type="subTitle"/>
          </p:nvPr>
        </p:nvSpPr>
        <p:spPr>
          <a:xfrm>
            <a:off x="4572000" y="1598050"/>
            <a:ext cx="2505600" cy="49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37" name="Google Shape;237;p26"/>
          <p:cNvSpPr txBox="1"/>
          <p:nvPr>
            <p:ph idx="2" type="subTitle"/>
          </p:nvPr>
        </p:nvSpPr>
        <p:spPr>
          <a:xfrm>
            <a:off x="2066400" y="2938825"/>
            <a:ext cx="2505600" cy="49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38" name="Google Shape;238;p26"/>
          <p:cNvSpPr txBox="1"/>
          <p:nvPr>
            <p:ph idx="3" type="subTitle"/>
          </p:nvPr>
        </p:nvSpPr>
        <p:spPr>
          <a:xfrm>
            <a:off x="4572000" y="2092150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26"/>
          <p:cNvSpPr txBox="1"/>
          <p:nvPr>
            <p:ph idx="4" type="subTitle"/>
          </p:nvPr>
        </p:nvSpPr>
        <p:spPr>
          <a:xfrm>
            <a:off x="2066400" y="3432925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41" name="Google Shape;241;p26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242" name="Google Shape;242;p26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3" name="Google Shape;243;p26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26"/>
          <p:cNvGrpSpPr/>
          <p:nvPr/>
        </p:nvGrpSpPr>
        <p:grpSpPr>
          <a:xfrm flipH="1" rot="10800000">
            <a:off x="2467871" y="298450"/>
            <a:ext cx="6506400" cy="90900"/>
            <a:chOff x="1239825" y="571500"/>
            <a:chExt cx="6506400" cy="90900"/>
          </a:xfrm>
        </p:grpSpPr>
        <p:cxnSp>
          <p:nvCxnSpPr>
            <p:cNvPr id="245" name="Google Shape;245;p26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6" name="Google Shape;246;p26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" name="Google Shape;247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7"/>
          <p:cNvSpPr txBox="1"/>
          <p:nvPr>
            <p:ph idx="1" type="subTitle"/>
          </p:nvPr>
        </p:nvSpPr>
        <p:spPr>
          <a:xfrm>
            <a:off x="720000" y="2515000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51" name="Google Shape;251;p27"/>
          <p:cNvSpPr txBox="1"/>
          <p:nvPr>
            <p:ph idx="2" type="subTitle"/>
          </p:nvPr>
        </p:nvSpPr>
        <p:spPr>
          <a:xfrm>
            <a:off x="720000" y="2999805"/>
            <a:ext cx="23364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2" name="Google Shape;252;p27"/>
          <p:cNvSpPr txBox="1"/>
          <p:nvPr>
            <p:ph idx="3" type="subTitle"/>
          </p:nvPr>
        </p:nvSpPr>
        <p:spPr>
          <a:xfrm>
            <a:off x="3403800" y="2320305"/>
            <a:ext cx="23364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27"/>
          <p:cNvSpPr txBox="1"/>
          <p:nvPr>
            <p:ph idx="4" type="subTitle"/>
          </p:nvPr>
        </p:nvSpPr>
        <p:spPr>
          <a:xfrm>
            <a:off x="6087600" y="2999805"/>
            <a:ext cx="23364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idx="5" type="subTitle"/>
          </p:nvPr>
        </p:nvSpPr>
        <p:spPr>
          <a:xfrm>
            <a:off x="3403800" y="1835500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56" name="Google Shape;256;p27"/>
          <p:cNvSpPr txBox="1"/>
          <p:nvPr>
            <p:ph idx="6" type="subTitle"/>
          </p:nvPr>
        </p:nvSpPr>
        <p:spPr>
          <a:xfrm>
            <a:off x="6087600" y="2515000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grpSp>
        <p:nvGrpSpPr>
          <p:cNvPr id="257" name="Google Shape;257;p27"/>
          <p:cNvGrpSpPr/>
          <p:nvPr/>
        </p:nvGrpSpPr>
        <p:grpSpPr>
          <a:xfrm>
            <a:off x="435875" y="97275"/>
            <a:ext cx="8272250" cy="4900925"/>
            <a:chOff x="435875" y="97275"/>
            <a:chExt cx="8272250" cy="4900925"/>
          </a:xfrm>
        </p:grpSpPr>
        <p:grpSp>
          <p:nvGrpSpPr>
            <p:cNvPr id="258" name="Google Shape;258;p27"/>
            <p:cNvGrpSpPr/>
            <p:nvPr/>
          </p:nvGrpSpPr>
          <p:grpSpPr>
            <a:xfrm flipH="1">
              <a:off x="435875" y="1292300"/>
              <a:ext cx="90900" cy="3705900"/>
              <a:chOff x="7952125" y="1292300"/>
              <a:chExt cx="90900" cy="3705900"/>
            </a:xfrm>
          </p:grpSpPr>
          <p:sp>
            <p:nvSpPr>
              <p:cNvPr id="259" name="Google Shape;259;p27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60" name="Google Shape;260;p27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61" name="Google Shape;261;p27"/>
            <p:cNvGrpSpPr/>
            <p:nvPr/>
          </p:nvGrpSpPr>
          <p:grpSpPr>
            <a:xfrm rot="10800000">
              <a:off x="8617225" y="97275"/>
              <a:ext cx="90900" cy="3705900"/>
              <a:chOff x="7952125" y="1292300"/>
              <a:chExt cx="90900" cy="3705900"/>
            </a:xfrm>
          </p:grpSpPr>
          <p:sp>
            <p:nvSpPr>
              <p:cNvPr id="262" name="Google Shape;262;p27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63" name="Google Shape;263;p27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64" name="Google Shape;264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idx="1" type="subTitle"/>
          </p:nvPr>
        </p:nvSpPr>
        <p:spPr>
          <a:xfrm>
            <a:off x="3037207" y="1417350"/>
            <a:ext cx="30696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69" name="Google Shape;269;p28"/>
          <p:cNvSpPr txBox="1"/>
          <p:nvPr>
            <p:ph idx="2" type="subTitle"/>
          </p:nvPr>
        </p:nvSpPr>
        <p:spPr>
          <a:xfrm>
            <a:off x="3037207" y="1902150"/>
            <a:ext cx="3069600" cy="7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0" name="Google Shape;270;p28"/>
          <p:cNvSpPr txBox="1"/>
          <p:nvPr>
            <p:ph idx="3" type="subTitle"/>
          </p:nvPr>
        </p:nvSpPr>
        <p:spPr>
          <a:xfrm>
            <a:off x="1176669" y="3296076"/>
            <a:ext cx="3069600" cy="7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8"/>
          <p:cNvSpPr txBox="1"/>
          <p:nvPr>
            <p:ph idx="4" type="subTitle"/>
          </p:nvPr>
        </p:nvSpPr>
        <p:spPr>
          <a:xfrm>
            <a:off x="4897741" y="3296075"/>
            <a:ext cx="3069600" cy="7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" name="Google Shape;272;p28"/>
          <p:cNvSpPr txBox="1"/>
          <p:nvPr>
            <p:ph idx="5" type="subTitle"/>
          </p:nvPr>
        </p:nvSpPr>
        <p:spPr>
          <a:xfrm>
            <a:off x="1176659" y="2811275"/>
            <a:ext cx="30696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73" name="Google Shape;273;p28"/>
          <p:cNvSpPr txBox="1"/>
          <p:nvPr>
            <p:ph idx="6" type="subTitle"/>
          </p:nvPr>
        </p:nvSpPr>
        <p:spPr>
          <a:xfrm>
            <a:off x="4897731" y="2811275"/>
            <a:ext cx="30696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grpSp>
        <p:nvGrpSpPr>
          <p:cNvPr id="274" name="Google Shape;274;p28"/>
          <p:cNvGrpSpPr/>
          <p:nvPr/>
        </p:nvGrpSpPr>
        <p:grpSpPr>
          <a:xfrm>
            <a:off x="165700" y="1308400"/>
            <a:ext cx="8349200" cy="3705900"/>
            <a:chOff x="165700" y="1308400"/>
            <a:chExt cx="8349200" cy="3705900"/>
          </a:xfrm>
        </p:grpSpPr>
        <p:grpSp>
          <p:nvGrpSpPr>
            <p:cNvPr id="275" name="Google Shape;275;p28"/>
            <p:cNvGrpSpPr/>
            <p:nvPr/>
          </p:nvGrpSpPr>
          <p:grpSpPr>
            <a:xfrm rot="10800000">
              <a:off x="165700" y="4608500"/>
              <a:ext cx="7941000" cy="90900"/>
              <a:chOff x="1239825" y="571500"/>
              <a:chExt cx="7941000" cy="90900"/>
            </a:xfrm>
          </p:grpSpPr>
          <p:cxnSp>
            <p:nvCxnSpPr>
              <p:cNvPr id="276" name="Google Shape;276;p28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77" name="Google Shape;277;p28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" name="Google Shape;278;p28"/>
            <p:cNvGrpSpPr/>
            <p:nvPr/>
          </p:nvGrpSpPr>
          <p:grpSpPr>
            <a:xfrm flipH="1">
              <a:off x="8424000" y="1308400"/>
              <a:ext cx="90900" cy="3705900"/>
              <a:chOff x="7952125" y="1292300"/>
              <a:chExt cx="90900" cy="3705900"/>
            </a:xfrm>
          </p:grpSpPr>
          <p:sp>
            <p:nvSpPr>
              <p:cNvPr id="279" name="Google Shape;279;p28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0" name="Google Shape;280;p28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81" name="Google Shape;281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"/>
          <p:cNvSpPr txBox="1"/>
          <p:nvPr>
            <p:ph idx="1" type="subTitle"/>
          </p:nvPr>
        </p:nvSpPr>
        <p:spPr>
          <a:xfrm>
            <a:off x="2347929" y="1532925"/>
            <a:ext cx="1888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85" name="Google Shape;285;p29"/>
          <p:cNvSpPr txBox="1"/>
          <p:nvPr>
            <p:ph idx="2" type="subTitle"/>
          </p:nvPr>
        </p:nvSpPr>
        <p:spPr>
          <a:xfrm>
            <a:off x="2347912" y="2017725"/>
            <a:ext cx="1888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29"/>
          <p:cNvSpPr txBox="1"/>
          <p:nvPr>
            <p:ph idx="3" type="subTitle"/>
          </p:nvPr>
        </p:nvSpPr>
        <p:spPr>
          <a:xfrm>
            <a:off x="4907276" y="2017725"/>
            <a:ext cx="1888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29"/>
          <p:cNvSpPr txBox="1"/>
          <p:nvPr>
            <p:ph idx="4" type="subTitle"/>
          </p:nvPr>
        </p:nvSpPr>
        <p:spPr>
          <a:xfrm>
            <a:off x="2347921" y="3407650"/>
            <a:ext cx="1888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29"/>
          <p:cNvSpPr txBox="1"/>
          <p:nvPr>
            <p:ph idx="5" type="subTitle"/>
          </p:nvPr>
        </p:nvSpPr>
        <p:spPr>
          <a:xfrm>
            <a:off x="4907284" y="3407650"/>
            <a:ext cx="1888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0" name="Google Shape;290;p29"/>
          <p:cNvSpPr txBox="1"/>
          <p:nvPr>
            <p:ph idx="6" type="subTitle"/>
          </p:nvPr>
        </p:nvSpPr>
        <p:spPr>
          <a:xfrm>
            <a:off x="2347929" y="2922850"/>
            <a:ext cx="1888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7" type="subTitle"/>
          </p:nvPr>
        </p:nvSpPr>
        <p:spPr>
          <a:xfrm>
            <a:off x="4907291" y="1532925"/>
            <a:ext cx="1888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8" type="subTitle"/>
          </p:nvPr>
        </p:nvSpPr>
        <p:spPr>
          <a:xfrm>
            <a:off x="4907291" y="2922850"/>
            <a:ext cx="1888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grpSp>
        <p:nvGrpSpPr>
          <p:cNvPr id="293" name="Google Shape;293;p29"/>
          <p:cNvGrpSpPr/>
          <p:nvPr/>
        </p:nvGrpSpPr>
        <p:grpSpPr>
          <a:xfrm>
            <a:off x="629100" y="1292300"/>
            <a:ext cx="8343450" cy="3705900"/>
            <a:chOff x="629100" y="1292300"/>
            <a:chExt cx="8343450" cy="3705900"/>
          </a:xfrm>
        </p:grpSpPr>
        <p:grpSp>
          <p:nvGrpSpPr>
            <p:cNvPr id="294" name="Google Shape;294;p29"/>
            <p:cNvGrpSpPr/>
            <p:nvPr/>
          </p:nvGrpSpPr>
          <p:grpSpPr>
            <a:xfrm flipH="1" rot="10800000">
              <a:off x="1031550" y="4608500"/>
              <a:ext cx="7941000" cy="90900"/>
              <a:chOff x="1239825" y="571500"/>
              <a:chExt cx="7941000" cy="90900"/>
            </a:xfrm>
          </p:grpSpPr>
          <p:cxnSp>
            <p:nvCxnSpPr>
              <p:cNvPr id="295" name="Google Shape;295;p29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6" name="Google Shape;296;p29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" name="Google Shape;297;p29"/>
            <p:cNvGrpSpPr/>
            <p:nvPr/>
          </p:nvGrpSpPr>
          <p:grpSpPr>
            <a:xfrm flipH="1">
              <a:off x="629100" y="1292300"/>
              <a:ext cx="90900" cy="3705900"/>
              <a:chOff x="7952125" y="1292300"/>
              <a:chExt cx="90900" cy="3705900"/>
            </a:xfrm>
          </p:grpSpPr>
          <p:sp>
            <p:nvSpPr>
              <p:cNvPr id="298" name="Google Shape;298;p29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9" name="Google Shape;299;p29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00" name="Google Shape;30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1_2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4" name="Google Shape;304;p30"/>
          <p:cNvSpPr txBox="1"/>
          <p:nvPr>
            <p:ph idx="1" type="subTitle"/>
          </p:nvPr>
        </p:nvSpPr>
        <p:spPr>
          <a:xfrm>
            <a:off x="934269" y="2229323"/>
            <a:ext cx="220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5" name="Google Shape;305;p30"/>
          <p:cNvSpPr txBox="1"/>
          <p:nvPr>
            <p:ph idx="2" type="subTitle"/>
          </p:nvPr>
        </p:nvSpPr>
        <p:spPr>
          <a:xfrm>
            <a:off x="3468750" y="2229323"/>
            <a:ext cx="220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6" name="Google Shape;306;p30"/>
          <p:cNvSpPr txBox="1"/>
          <p:nvPr>
            <p:ph idx="3" type="subTitle"/>
          </p:nvPr>
        </p:nvSpPr>
        <p:spPr>
          <a:xfrm>
            <a:off x="6003231" y="2229323"/>
            <a:ext cx="220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" name="Google Shape;307;p30"/>
          <p:cNvSpPr txBox="1"/>
          <p:nvPr>
            <p:ph idx="4" type="subTitle"/>
          </p:nvPr>
        </p:nvSpPr>
        <p:spPr>
          <a:xfrm>
            <a:off x="2203823" y="3346000"/>
            <a:ext cx="220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8" name="Google Shape;308;p30"/>
          <p:cNvSpPr txBox="1"/>
          <p:nvPr>
            <p:ph idx="5" type="subTitle"/>
          </p:nvPr>
        </p:nvSpPr>
        <p:spPr>
          <a:xfrm>
            <a:off x="4738304" y="3346000"/>
            <a:ext cx="220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9" name="Google Shape;309;p30"/>
          <p:cNvSpPr txBox="1"/>
          <p:nvPr>
            <p:ph idx="6" type="subTitle"/>
          </p:nvPr>
        </p:nvSpPr>
        <p:spPr>
          <a:xfrm>
            <a:off x="929642" y="1744525"/>
            <a:ext cx="2206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10" name="Google Shape;310;p30"/>
          <p:cNvSpPr txBox="1"/>
          <p:nvPr>
            <p:ph idx="7" type="subTitle"/>
          </p:nvPr>
        </p:nvSpPr>
        <p:spPr>
          <a:xfrm>
            <a:off x="3468750" y="1744525"/>
            <a:ext cx="2206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11" name="Google Shape;311;p30"/>
          <p:cNvSpPr txBox="1"/>
          <p:nvPr>
            <p:ph idx="8" type="subTitle"/>
          </p:nvPr>
        </p:nvSpPr>
        <p:spPr>
          <a:xfrm>
            <a:off x="6007858" y="1744525"/>
            <a:ext cx="2206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12" name="Google Shape;312;p30"/>
          <p:cNvSpPr txBox="1"/>
          <p:nvPr>
            <p:ph idx="9" type="subTitle"/>
          </p:nvPr>
        </p:nvSpPr>
        <p:spPr>
          <a:xfrm>
            <a:off x="2199196" y="2861200"/>
            <a:ext cx="2206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13" name="Google Shape;313;p30"/>
          <p:cNvSpPr txBox="1"/>
          <p:nvPr>
            <p:ph idx="13" type="subTitle"/>
          </p:nvPr>
        </p:nvSpPr>
        <p:spPr>
          <a:xfrm>
            <a:off x="4738304" y="2861200"/>
            <a:ext cx="22065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grpSp>
        <p:nvGrpSpPr>
          <p:cNvPr id="314" name="Google Shape;314;p30"/>
          <p:cNvGrpSpPr/>
          <p:nvPr/>
        </p:nvGrpSpPr>
        <p:grpSpPr>
          <a:xfrm flipH="1" rot="10800000">
            <a:off x="4045950" y="4608500"/>
            <a:ext cx="4926600" cy="90900"/>
            <a:chOff x="1239825" y="571500"/>
            <a:chExt cx="4926600" cy="90900"/>
          </a:xfrm>
        </p:grpSpPr>
        <p:cxnSp>
          <p:nvCxnSpPr>
            <p:cNvPr id="315" name="Google Shape;315;p30"/>
            <p:cNvCxnSpPr/>
            <p:nvPr/>
          </p:nvCxnSpPr>
          <p:spPr>
            <a:xfrm>
              <a:off x="1239825" y="571500"/>
              <a:ext cx="492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6" name="Google Shape;316;p30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1" name="Google Shape;321;p31"/>
          <p:cNvSpPr txBox="1"/>
          <p:nvPr>
            <p:ph idx="1" type="subTitle"/>
          </p:nvPr>
        </p:nvSpPr>
        <p:spPr>
          <a:xfrm>
            <a:off x="1438125" y="2291499"/>
            <a:ext cx="190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3621606" y="2291499"/>
            <a:ext cx="190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5805086" y="2291499"/>
            <a:ext cx="190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4" name="Google Shape;324;p31"/>
          <p:cNvSpPr txBox="1"/>
          <p:nvPr>
            <p:ph idx="4" type="subTitle"/>
          </p:nvPr>
        </p:nvSpPr>
        <p:spPr>
          <a:xfrm>
            <a:off x="1438125" y="3560575"/>
            <a:ext cx="190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5" name="Google Shape;325;p31"/>
          <p:cNvSpPr txBox="1"/>
          <p:nvPr>
            <p:ph idx="5" type="subTitle"/>
          </p:nvPr>
        </p:nvSpPr>
        <p:spPr>
          <a:xfrm>
            <a:off x="3621606" y="3560575"/>
            <a:ext cx="190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6" name="Google Shape;326;p31"/>
          <p:cNvSpPr txBox="1"/>
          <p:nvPr>
            <p:ph idx="6" type="subTitle"/>
          </p:nvPr>
        </p:nvSpPr>
        <p:spPr>
          <a:xfrm>
            <a:off x="5805086" y="3560575"/>
            <a:ext cx="190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31"/>
          <p:cNvSpPr txBox="1"/>
          <p:nvPr>
            <p:ph idx="7" type="subTitle"/>
          </p:nvPr>
        </p:nvSpPr>
        <p:spPr>
          <a:xfrm>
            <a:off x="1434138" y="1806700"/>
            <a:ext cx="190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28" name="Google Shape;328;p31"/>
          <p:cNvSpPr txBox="1"/>
          <p:nvPr>
            <p:ph idx="8" type="subTitle"/>
          </p:nvPr>
        </p:nvSpPr>
        <p:spPr>
          <a:xfrm>
            <a:off x="3621606" y="1806700"/>
            <a:ext cx="190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idx="9" type="subTitle"/>
          </p:nvPr>
        </p:nvSpPr>
        <p:spPr>
          <a:xfrm>
            <a:off x="5809073" y="1806700"/>
            <a:ext cx="190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30" name="Google Shape;330;p31"/>
          <p:cNvSpPr txBox="1"/>
          <p:nvPr>
            <p:ph idx="13" type="subTitle"/>
          </p:nvPr>
        </p:nvSpPr>
        <p:spPr>
          <a:xfrm>
            <a:off x="1434138" y="3075775"/>
            <a:ext cx="190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31" name="Google Shape;331;p31"/>
          <p:cNvSpPr txBox="1"/>
          <p:nvPr>
            <p:ph idx="14" type="subTitle"/>
          </p:nvPr>
        </p:nvSpPr>
        <p:spPr>
          <a:xfrm>
            <a:off x="3621606" y="3075775"/>
            <a:ext cx="190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32" name="Google Shape;332;p31"/>
          <p:cNvSpPr txBox="1"/>
          <p:nvPr>
            <p:ph idx="15" type="subTitle"/>
          </p:nvPr>
        </p:nvSpPr>
        <p:spPr>
          <a:xfrm>
            <a:off x="5809073" y="3075775"/>
            <a:ext cx="190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grpSp>
        <p:nvGrpSpPr>
          <p:cNvPr id="333" name="Google Shape;333;p31"/>
          <p:cNvGrpSpPr/>
          <p:nvPr/>
        </p:nvGrpSpPr>
        <p:grpSpPr>
          <a:xfrm>
            <a:off x="435875" y="97275"/>
            <a:ext cx="8272250" cy="4900925"/>
            <a:chOff x="435875" y="97275"/>
            <a:chExt cx="8272250" cy="4900925"/>
          </a:xfrm>
        </p:grpSpPr>
        <p:grpSp>
          <p:nvGrpSpPr>
            <p:cNvPr id="334" name="Google Shape;334;p31"/>
            <p:cNvGrpSpPr/>
            <p:nvPr/>
          </p:nvGrpSpPr>
          <p:grpSpPr>
            <a:xfrm flipH="1">
              <a:off x="435875" y="1292300"/>
              <a:ext cx="90900" cy="3705900"/>
              <a:chOff x="7952125" y="1292300"/>
              <a:chExt cx="90900" cy="3705900"/>
            </a:xfrm>
          </p:grpSpPr>
          <p:sp>
            <p:nvSpPr>
              <p:cNvPr id="335" name="Google Shape;335;p31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6" name="Google Shape;336;p31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337" name="Google Shape;337;p31"/>
            <p:cNvGrpSpPr/>
            <p:nvPr/>
          </p:nvGrpSpPr>
          <p:grpSpPr>
            <a:xfrm rot="10800000">
              <a:off x="8617225" y="97275"/>
              <a:ext cx="90900" cy="3705900"/>
              <a:chOff x="7952125" y="1292300"/>
              <a:chExt cx="90900" cy="3705900"/>
            </a:xfrm>
          </p:grpSpPr>
          <p:sp>
            <p:nvSpPr>
              <p:cNvPr id="338" name="Google Shape;338;p31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9" name="Google Shape;339;p31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40" name="Google Shape;340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2"/>
          <p:cNvSpPr txBox="1"/>
          <p:nvPr>
            <p:ph hasCustomPrompt="1" type="title"/>
          </p:nvPr>
        </p:nvSpPr>
        <p:spPr>
          <a:xfrm>
            <a:off x="2208150" y="540000"/>
            <a:ext cx="47277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4" name="Google Shape;344;p32"/>
          <p:cNvSpPr txBox="1"/>
          <p:nvPr>
            <p:ph idx="1" type="subTitle"/>
          </p:nvPr>
        </p:nvSpPr>
        <p:spPr>
          <a:xfrm>
            <a:off x="2208150" y="1246023"/>
            <a:ext cx="47277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hasCustomPrompt="1" idx="2" type="title"/>
          </p:nvPr>
        </p:nvSpPr>
        <p:spPr>
          <a:xfrm>
            <a:off x="2208150" y="1996134"/>
            <a:ext cx="47277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2208150" y="2702157"/>
            <a:ext cx="47277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7" name="Google Shape;347;p32"/>
          <p:cNvSpPr txBox="1"/>
          <p:nvPr>
            <p:ph hasCustomPrompt="1" idx="4" type="title"/>
          </p:nvPr>
        </p:nvSpPr>
        <p:spPr>
          <a:xfrm>
            <a:off x="2208150" y="3452280"/>
            <a:ext cx="47277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55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8" name="Google Shape;348;p32"/>
          <p:cNvSpPr txBox="1"/>
          <p:nvPr>
            <p:ph idx="5" type="subTitle"/>
          </p:nvPr>
        </p:nvSpPr>
        <p:spPr>
          <a:xfrm>
            <a:off x="2208150" y="4158303"/>
            <a:ext cx="47277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49" name="Google Shape;349;p32"/>
          <p:cNvGrpSpPr/>
          <p:nvPr/>
        </p:nvGrpSpPr>
        <p:grpSpPr>
          <a:xfrm>
            <a:off x="165700" y="1444700"/>
            <a:ext cx="8534275" cy="3705900"/>
            <a:chOff x="165700" y="1444700"/>
            <a:chExt cx="8534275" cy="3705900"/>
          </a:xfrm>
        </p:grpSpPr>
        <p:grpSp>
          <p:nvGrpSpPr>
            <p:cNvPr id="350" name="Google Shape;350;p32"/>
            <p:cNvGrpSpPr/>
            <p:nvPr/>
          </p:nvGrpSpPr>
          <p:grpSpPr>
            <a:xfrm rot="10800000">
              <a:off x="165700" y="4608500"/>
              <a:ext cx="7941000" cy="90900"/>
              <a:chOff x="1239825" y="571500"/>
              <a:chExt cx="7941000" cy="90900"/>
            </a:xfrm>
          </p:grpSpPr>
          <p:cxnSp>
            <p:nvCxnSpPr>
              <p:cNvPr id="351" name="Google Shape;351;p32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2" name="Google Shape;352;p32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3" name="Google Shape;353;p32"/>
            <p:cNvGrpSpPr/>
            <p:nvPr/>
          </p:nvGrpSpPr>
          <p:grpSpPr>
            <a:xfrm flipH="1">
              <a:off x="8609075" y="1444700"/>
              <a:ext cx="90900" cy="3705900"/>
              <a:chOff x="7952125" y="1292300"/>
              <a:chExt cx="90900" cy="3705900"/>
            </a:xfrm>
          </p:grpSpPr>
          <p:sp>
            <p:nvSpPr>
              <p:cNvPr id="354" name="Google Shape;354;p32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55" name="Google Shape;355;p32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56" name="Google Shape;35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2_1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0" name="Google Shape;360;p33"/>
          <p:cNvSpPr txBox="1"/>
          <p:nvPr>
            <p:ph idx="1" type="subTitle"/>
          </p:nvPr>
        </p:nvSpPr>
        <p:spPr>
          <a:xfrm>
            <a:off x="720000" y="2482875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61" name="Google Shape;361;p33"/>
          <p:cNvSpPr txBox="1"/>
          <p:nvPr>
            <p:ph idx="2" type="subTitle"/>
          </p:nvPr>
        </p:nvSpPr>
        <p:spPr>
          <a:xfrm>
            <a:off x="720000" y="2967679"/>
            <a:ext cx="23364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2" name="Google Shape;362;p33"/>
          <p:cNvSpPr txBox="1"/>
          <p:nvPr>
            <p:ph idx="3" type="subTitle"/>
          </p:nvPr>
        </p:nvSpPr>
        <p:spPr>
          <a:xfrm>
            <a:off x="3403800" y="2967679"/>
            <a:ext cx="23364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3" name="Google Shape;363;p33"/>
          <p:cNvSpPr txBox="1"/>
          <p:nvPr>
            <p:ph idx="4" type="subTitle"/>
          </p:nvPr>
        </p:nvSpPr>
        <p:spPr>
          <a:xfrm>
            <a:off x="6087600" y="2967679"/>
            <a:ext cx="23364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>
            <p:ph idx="5" type="subTitle"/>
          </p:nvPr>
        </p:nvSpPr>
        <p:spPr>
          <a:xfrm>
            <a:off x="3403800" y="2482875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65" name="Google Shape;365;p33"/>
          <p:cNvSpPr txBox="1"/>
          <p:nvPr>
            <p:ph idx="6" type="subTitle"/>
          </p:nvPr>
        </p:nvSpPr>
        <p:spPr>
          <a:xfrm>
            <a:off x="6087600" y="2482875"/>
            <a:ext cx="2336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/>
        </p:txBody>
      </p:sp>
      <p:sp>
        <p:nvSpPr>
          <p:cNvPr id="366" name="Google Shape;366;p33"/>
          <p:cNvSpPr txBox="1"/>
          <p:nvPr>
            <p:ph hasCustomPrompt="1" idx="7" type="title"/>
          </p:nvPr>
        </p:nvSpPr>
        <p:spPr>
          <a:xfrm>
            <a:off x="1250550" y="3647175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7" name="Google Shape;367;p33"/>
          <p:cNvSpPr txBox="1"/>
          <p:nvPr>
            <p:ph hasCustomPrompt="1" idx="8" type="title"/>
          </p:nvPr>
        </p:nvSpPr>
        <p:spPr>
          <a:xfrm>
            <a:off x="3934350" y="3647175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8" name="Google Shape;368;p33"/>
          <p:cNvSpPr txBox="1"/>
          <p:nvPr>
            <p:ph hasCustomPrompt="1" idx="9" type="title"/>
          </p:nvPr>
        </p:nvSpPr>
        <p:spPr>
          <a:xfrm>
            <a:off x="6618150" y="3647175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69" name="Google Shape;369;p33"/>
          <p:cNvGrpSpPr/>
          <p:nvPr/>
        </p:nvGrpSpPr>
        <p:grpSpPr>
          <a:xfrm>
            <a:off x="181160" y="4688623"/>
            <a:ext cx="8385900" cy="90900"/>
            <a:chOff x="160950" y="480600"/>
            <a:chExt cx="8385900" cy="90900"/>
          </a:xfrm>
        </p:grpSpPr>
        <p:cxnSp>
          <p:nvCxnSpPr>
            <p:cNvPr id="370" name="Google Shape;370;p33"/>
            <p:cNvCxnSpPr/>
            <p:nvPr/>
          </p:nvCxnSpPr>
          <p:spPr>
            <a:xfrm>
              <a:off x="160950" y="571500"/>
              <a:ext cx="8385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1" name="Google Shape;371;p33"/>
            <p:cNvSpPr/>
            <p:nvPr/>
          </p:nvSpPr>
          <p:spPr>
            <a:xfrm>
              <a:off x="8041650" y="4806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4"/>
          <p:cNvSpPr txBox="1"/>
          <p:nvPr>
            <p:ph type="ctrTitle"/>
          </p:nvPr>
        </p:nvSpPr>
        <p:spPr>
          <a:xfrm>
            <a:off x="2429925" y="876038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6" name="Google Shape;376;p34"/>
          <p:cNvSpPr txBox="1"/>
          <p:nvPr>
            <p:ph idx="1" type="subTitle"/>
          </p:nvPr>
        </p:nvSpPr>
        <p:spPr>
          <a:xfrm>
            <a:off x="2425050" y="1910763"/>
            <a:ext cx="4293900" cy="1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34"/>
          <p:cNvSpPr txBox="1"/>
          <p:nvPr/>
        </p:nvSpPr>
        <p:spPr>
          <a:xfrm>
            <a:off x="2429925" y="3051988"/>
            <a:ext cx="42840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CREDITS: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 </a:t>
            </a:r>
            <a:r>
              <a:rPr lang="en" sz="10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378" name="Google Shape;378;p34"/>
          <p:cNvGrpSpPr/>
          <p:nvPr/>
        </p:nvGrpSpPr>
        <p:grpSpPr>
          <a:xfrm>
            <a:off x="165700" y="97275"/>
            <a:ext cx="8339575" cy="3705900"/>
            <a:chOff x="165700" y="97275"/>
            <a:chExt cx="8339575" cy="3705900"/>
          </a:xfrm>
        </p:grpSpPr>
        <p:grpSp>
          <p:nvGrpSpPr>
            <p:cNvPr id="379" name="Google Shape;379;p34"/>
            <p:cNvGrpSpPr/>
            <p:nvPr/>
          </p:nvGrpSpPr>
          <p:grpSpPr>
            <a:xfrm flipH="1">
              <a:off x="165700" y="435900"/>
              <a:ext cx="7941000" cy="90900"/>
              <a:chOff x="1239825" y="571500"/>
              <a:chExt cx="7941000" cy="90900"/>
            </a:xfrm>
          </p:grpSpPr>
          <p:cxnSp>
            <p:nvCxnSpPr>
              <p:cNvPr id="380" name="Google Shape;380;p34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1" name="Google Shape;381;p34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" name="Google Shape;382;p34"/>
            <p:cNvGrpSpPr/>
            <p:nvPr/>
          </p:nvGrpSpPr>
          <p:grpSpPr>
            <a:xfrm flipH="1" rot="10800000">
              <a:off x="8414375" y="97275"/>
              <a:ext cx="90900" cy="3705900"/>
              <a:chOff x="7952125" y="1292300"/>
              <a:chExt cx="90900" cy="3705900"/>
            </a:xfrm>
          </p:grpSpPr>
          <p:sp>
            <p:nvSpPr>
              <p:cNvPr id="383" name="Google Shape;383;p34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4" name="Google Shape;384;p34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85" name="Google Shape;385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35"/>
          <p:cNvGrpSpPr/>
          <p:nvPr/>
        </p:nvGrpSpPr>
        <p:grpSpPr>
          <a:xfrm rot="5400000">
            <a:off x="-1374375" y="3095450"/>
            <a:ext cx="3697200" cy="90900"/>
            <a:chOff x="1239825" y="571500"/>
            <a:chExt cx="3697200" cy="90900"/>
          </a:xfrm>
        </p:grpSpPr>
        <p:cxnSp>
          <p:nvCxnSpPr>
            <p:cNvPr id="389" name="Google Shape;389;p35"/>
            <p:cNvCxnSpPr/>
            <p:nvPr/>
          </p:nvCxnSpPr>
          <p:spPr>
            <a:xfrm rot="10800000">
              <a:off x="3088425" y="-1277100"/>
              <a:ext cx="0" cy="369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0" name="Google Shape;390;p35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p35"/>
          <p:cNvGrpSpPr/>
          <p:nvPr/>
        </p:nvGrpSpPr>
        <p:grpSpPr>
          <a:xfrm rot="-5400000">
            <a:off x="6802600" y="1948950"/>
            <a:ext cx="3697200" cy="90900"/>
            <a:chOff x="1239825" y="571500"/>
            <a:chExt cx="3697200" cy="90900"/>
          </a:xfrm>
        </p:grpSpPr>
        <p:cxnSp>
          <p:nvCxnSpPr>
            <p:cNvPr id="392" name="Google Shape;392;p35"/>
            <p:cNvCxnSpPr/>
            <p:nvPr/>
          </p:nvCxnSpPr>
          <p:spPr>
            <a:xfrm rot="10800000">
              <a:off x="3088425" y="-1277100"/>
              <a:ext cx="0" cy="369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3" name="Google Shape;393;p35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36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398" name="Google Shape;398;p36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9" name="Google Shape;399;p36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36"/>
          <p:cNvGrpSpPr/>
          <p:nvPr/>
        </p:nvGrpSpPr>
        <p:grpSpPr>
          <a:xfrm flipH="1" rot="10800000">
            <a:off x="2467871" y="298450"/>
            <a:ext cx="6506400" cy="90900"/>
            <a:chOff x="1239825" y="571500"/>
            <a:chExt cx="6506400" cy="90900"/>
          </a:xfrm>
        </p:grpSpPr>
        <p:cxnSp>
          <p:nvCxnSpPr>
            <p:cNvPr id="401" name="Google Shape;401;p36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2" name="Google Shape;402;p36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Ethiopic"/>
              <a:buNone/>
              <a:defRPr sz="35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iarjset.com/papers/water-cleaning-rc-boat" TargetMode="External"/><Relationship Id="rId4" Type="http://schemas.openxmlformats.org/officeDocument/2006/relationships/hyperlink" Target="https://jnao-nu.com/Vol.%2015%2C%20Issue.%2001%2C%20January-June%20%3A%202024/201_online.pdf" TargetMode="External"/><Relationship Id="rId5" Type="http://schemas.openxmlformats.org/officeDocument/2006/relationships/hyperlink" Target="https://ijsret.com/2024/11/14/surface-water-cleaning-robot-swcr-for-sustainable-environmental-protectio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"/>
          <p:cNvSpPr txBox="1"/>
          <p:nvPr>
            <p:ph type="ctrTitle"/>
          </p:nvPr>
        </p:nvSpPr>
        <p:spPr>
          <a:xfrm>
            <a:off x="949675" y="1218827"/>
            <a:ext cx="75516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Water Garbage</a:t>
            </a:r>
            <a:endParaRPr b="1"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Collector</a:t>
            </a:r>
            <a:endParaRPr b="1" sz="4400"/>
          </a:p>
        </p:txBody>
      </p:sp>
      <p:grpSp>
        <p:nvGrpSpPr>
          <p:cNvPr id="409" name="Google Shape;409;p37"/>
          <p:cNvGrpSpPr/>
          <p:nvPr/>
        </p:nvGrpSpPr>
        <p:grpSpPr>
          <a:xfrm rot="10800000">
            <a:off x="597150" y="4546275"/>
            <a:ext cx="8385900" cy="90900"/>
            <a:chOff x="160950" y="480600"/>
            <a:chExt cx="8385900" cy="90900"/>
          </a:xfrm>
        </p:grpSpPr>
        <p:cxnSp>
          <p:nvCxnSpPr>
            <p:cNvPr id="410" name="Google Shape;410;p37"/>
            <p:cNvCxnSpPr/>
            <p:nvPr/>
          </p:nvCxnSpPr>
          <p:spPr>
            <a:xfrm>
              <a:off x="160950" y="571500"/>
              <a:ext cx="8385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1" name="Google Shape;411;p37"/>
            <p:cNvSpPr/>
            <p:nvPr/>
          </p:nvSpPr>
          <p:spPr>
            <a:xfrm>
              <a:off x="8041650" y="4806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37"/>
          <p:cNvGrpSpPr/>
          <p:nvPr/>
        </p:nvGrpSpPr>
        <p:grpSpPr>
          <a:xfrm>
            <a:off x="7952125" y="1292300"/>
            <a:ext cx="90900" cy="3705900"/>
            <a:chOff x="7952125" y="1292300"/>
            <a:chExt cx="90900" cy="3705900"/>
          </a:xfrm>
        </p:grpSpPr>
        <p:sp>
          <p:nvSpPr>
            <p:cNvPr id="413" name="Google Shape;413;p37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14" name="Google Shape;414;p37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5" name="Google Shape;415;p37"/>
          <p:cNvSpPr txBox="1"/>
          <p:nvPr/>
        </p:nvSpPr>
        <p:spPr>
          <a:xfrm>
            <a:off x="949675" y="3044550"/>
            <a:ext cx="6690600" cy="12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8B8B8B"/>
                </a:solidFill>
              </a:rPr>
              <a:t>Rishitha Vallika Pulaparthi</a:t>
            </a:r>
            <a:r>
              <a:rPr b="1" lang="en" sz="1300">
                <a:solidFill>
                  <a:schemeClr val="lt2"/>
                </a:solidFill>
              </a:rPr>
              <a:t> </a:t>
            </a:r>
            <a:r>
              <a:rPr lang="en" sz="1300">
                <a:solidFill>
                  <a:schemeClr val="lt2"/>
                </a:solidFill>
              </a:rPr>
              <a:t>- S20240020325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8B8B8B"/>
                </a:solidFill>
              </a:rPr>
              <a:t>Larshitha Borra</a:t>
            </a:r>
            <a:r>
              <a:rPr b="1" lang="en" sz="1300">
                <a:solidFill>
                  <a:schemeClr val="lt2"/>
                </a:solidFill>
              </a:rPr>
              <a:t> </a:t>
            </a:r>
            <a:r>
              <a:rPr lang="en" sz="1300">
                <a:solidFill>
                  <a:schemeClr val="lt2"/>
                </a:solidFill>
              </a:rPr>
              <a:t>- S20240020276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8B8B8B"/>
                </a:solidFill>
              </a:rPr>
              <a:t>Mani Sharan Raj Mengani </a:t>
            </a:r>
            <a:r>
              <a:rPr lang="en" sz="1300">
                <a:solidFill>
                  <a:schemeClr val="lt2"/>
                </a:solidFill>
              </a:rPr>
              <a:t>- S20240020304</a:t>
            </a:r>
            <a:endParaRPr sz="5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16" name="Google Shape;416;p37"/>
          <p:cNvSpPr txBox="1"/>
          <p:nvPr/>
        </p:nvSpPr>
        <p:spPr>
          <a:xfrm>
            <a:off x="949675" y="2750650"/>
            <a:ext cx="3855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Team Members :</a:t>
            </a:r>
            <a:endParaRPr b="1" sz="20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17" name="Google Shape;417;p37"/>
          <p:cNvSpPr txBox="1"/>
          <p:nvPr>
            <p:ph idx="12" type="sldNum"/>
          </p:nvPr>
        </p:nvSpPr>
        <p:spPr>
          <a:xfrm>
            <a:off x="8210284" y="45462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"/>
          <p:cNvSpPr txBox="1"/>
          <p:nvPr>
            <p:ph idx="14" type="subTitle"/>
          </p:nvPr>
        </p:nvSpPr>
        <p:spPr>
          <a:xfrm>
            <a:off x="788050" y="1589550"/>
            <a:ext cx="2336400" cy="7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23" name="Google Shape;423;p38"/>
          <p:cNvSpPr txBox="1"/>
          <p:nvPr>
            <p:ph type="title"/>
          </p:nvPr>
        </p:nvSpPr>
        <p:spPr>
          <a:xfrm>
            <a:off x="1318600" y="113945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4" name="Google Shape;424;p38"/>
          <p:cNvSpPr txBox="1"/>
          <p:nvPr>
            <p:ph idx="2" type="title"/>
          </p:nvPr>
        </p:nvSpPr>
        <p:spPr>
          <a:xfrm>
            <a:off x="4004850" y="113945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5" name="Google Shape;425;p38"/>
          <p:cNvSpPr txBox="1"/>
          <p:nvPr>
            <p:ph idx="4" type="title"/>
          </p:nvPr>
        </p:nvSpPr>
        <p:spPr>
          <a:xfrm>
            <a:off x="6550100" y="1072350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26" name="Google Shape;426;p38"/>
          <p:cNvSpPr txBox="1"/>
          <p:nvPr>
            <p:ph idx="13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427" name="Google Shape;427;p38"/>
          <p:cNvSpPr txBox="1"/>
          <p:nvPr>
            <p:ph idx="15" type="subTitle"/>
          </p:nvPr>
        </p:nvSpPr>
        <p:spPr>
          <a:xfrm>
            <a:off x="3476750" y="1656650"/>
            <a:ext cx="2336400" cy="7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428" name="Google Shape;428;p38"/>
          <p:cNvSpPr txBox="1"/>
          <p:nvPr>
            <p:ph idx="16" type="subTitle"/>
          </p:nvPr>
        </p:nvSpPr>
        <p:spPr>
          <a:xfrm>
            <a:off x="6019550" y="1589550"/>
            <a:ext cx="2336400" cy="7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429" name="Google Shape;429;p38"/>
          <p:cNvSpPr txBox="1"/>
          <p:nvPr>
            <p:ph idx="14" type="subTitle"/>
          </p:nvPr>
        </p:nvSpPr>
        <p:spPr>
          <a:xfrm>
            <a:off x="788050" y="3295375"/>
            <a:ext cx="2336400" cy="7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Diagram</a:t>
            </a:r>
            <a:endParaRPr/>
          </a:p>
        </p:txBody>
      </p:sp>
      <p:sp>
        <p:nvSpPr>
          <p:cNvPr id="430" name="Google Shape;430;p38"/>
          <p:cNvSpPr txBox="1"/>
          <p:nvPr>
            <p:ph type="title"/>
          </p:nvPr>
        </p:nvSpPr>
        <p:spPr>
          <a:xfrm>
            <a:off x="1318600" y="2778175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1" name="Google Shape;431;p38"/>
          <p:cNvSpPr txBox="1"/>
          <p:nvPr>
            <p:ph idx="2" type="title"/>
          </p:nvPr>
        </p:nvSpPr>
        <p:spPr>
          <a:xfrm>
            <a:off x="4004850" y="2778175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32" name="Google Shape;432;p38"/>
          <p:cNvSpPr txBox="1"/>
          <p:nvPr>
            <p:ph idx="4" type="title"/>
          </p:nvPr>
        </p:nvSpPr>
        <p:spPr>
          <a:xfrm>
            <a:off x="6550100" y="2711075"/>
            <a:ext cx="12753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33" name="Google Shape;433;p38"/>
          <p:cNvSpPr txBox="1"/>
          <p:nvPr>
            <p:ph idx="15" type="subTitle"/>
          </p:nvPr>
        </p:nvSpPr>
        <p:spPr>
          <a:xfrm>
            <a:off x="3476750" y="3295375"/>
            <a:ext cx="2336400" cy="7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discussion</a:t>
            </a:r>
            <a:endParaRPr/>
          </a:p>
        </p:txBody>
      </p:sp>
      <p:sp>
        <p:nvSpPr>
          <p:cNvPr id="434" name="Google Shape;434;p38"/>
          <p:cNvSpPr txBox="1"/>
          <p:nvPr>
            <p:ph idx="16" type="subTitle"/>
          </p:nvPr>
        </p:nvSpPr>
        <p:spPr>
          <a:xfrm>
            <a:off x="6019550" y="3228275"/>
            <a:ext cx="2336400" cy="7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435" name="Google Shape;435;p38"/>
          <p:cNvSpPr txBox="1"/>
          <p:nvPr>
            <p:ph idx="12" type="sldNum"/>
          </p:nvPr>
        </p:nvSpPr>
        <p:spPr>
          <a:xfrm>
            <a:off x="8253584" y="45874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 txBox="1"/>
          <p:nvPr>
            <p:ph type="title"/>
          </p:nvPr>
        </p:nvSpPr>
        <p:spPr>
          <a:xfrm>
            <a:off x="427000" y="160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41" name="Google Shape;441;p39"/>
          <p:cNvSpPr txBox="1"/>
          <p:nvPr>
            <p:ph idx="1" type="subTitle"/>
          </p:nvPr>
        </p:nvSpPr>
        <p:spPr>
          <a:xfrm>
            <a:off x="915975" y="622750"/>
            <a:ext cx="6897900" cy="37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This project presents a floating water-cleaning robot designed to remove floating waste from ponds, lakes, and rivers. The system uses DC motors for movement and a conveyor mechanism for collecting debris from the water surface.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Key Highlights</a:t>
            </a:r>
            <a:endParaRPr b="1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●"/>
            </a:pPr>
            <a: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Low-cost robotic system for cleaning floating waste</a:t>
            </a:r>
            <a:b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●"/>
            </a:pPr>
            <a: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Conveyor mechanism for debris collection</a:t>
            </a:r>
            <a:b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●"/>
            </a:pPr>
            <a: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Initial concept included ultrasonic and IR sensors</a:t>
            </a:r>
            <a:b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●"/>
            </a:pPr>
            <a: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Current version operates through manual Bluetooth control (HC-05)</a:t>
            </a:r>
            <a:b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●"/>
            </a:pPr>
            <a: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Built on a waterproof floating platform for stability</a:t>
            </a:r>
            <a:b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●"/>
            </a:pPr>
            <a: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Powered through a regulated rechargeable battery</a:t>
            </a: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9"/>
          <p:cNvSpPr txBox="1"/>
          <p:nvPr>
            <p:ph idx="12" type="sldNum"/>
          </p:nvPr>
        </p:nvSpPr>
        <p:spPr>
          <a:xfrm>
            <a:off x="8253584" y="45874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0"/>
          <p:cNvSpPr txBox="1"/>
          <p:nvPr>
            <p:ph idx="1" type="subTitle"/>
          </p:nvPr>
        </p:nvSpPr>
        <p:spPr>
          <a:xfrm>
            <a:off x="914000" y="1110775"/>
            <a:ext cx="6910800" cy="33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100"/>
              <a:t>Studies show that floating waste like plastics and thermocol remains on water surfaces for long periods, causing ecological and visual pollution.</a:t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100"/>
              <a:t>Research highlights that manual cleaning methods are common but inefficient, labour-intensive, and unsafe for workers.</a:t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100"/>
              <a:t>Existing automated or robotic cleaning systems are effective but often too costly and complex for small or rural water bodies.</a:t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100"/>
              <a:t>Engineering literature notes that multi-hull floating structures provide better stability for water-based mechanisms.</a:t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100"/>
              <a:t>Mechanical studies show that conveyor-style collection systems can lift lightweight floating debris effectively when used at suitable angles.</a:t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100"/>
              <a:t>Overall, the literature points to a gap for simple, low-cost, and stable waste-collection mechanisms for small water bodies.</a:t>
            </a:r>
            <a:endParaRPr sz="1100"/>
          </a:p>
        </p:txBody>
      </p:sp>
      <p:sp>
        <p:nvSpPr>
          <p:cNvPr id="448" name="Google Shape;448;p40"/>
          <p:cNvSpPr txBox="1"/>
          <p:nvPr>
            <p:ph type="title"/>
          </p:nvPr>
        </p:nvSpPr>
        <p:spPr>
          <a:xfrm>
            <a:off x="659200" y="293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449" name="Google Shape;449;p40"/>
          <p:cNvSpPr txBox="1"/>
          <p:nvPr>
            <p:ph idx="12" type="sldNum"/>
          </p:nvPr>
        </p:nvSpPr>
        <p:spPr>
          <a:xfrm>
            <a:off x="8275234" y="45874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1"/>
          <p:cNvSpPr txBox="1"/>
          <p:nvPr>
            <p:ph idx="1" type="subTitle"/>
          </p:nvPr>
        </p:nvSpPr>
        <p:spPr>
          <a:xfrm>
            <a:off x="515375" y="1250400"/>
            <a:ext cx="7788600" cy="30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Design a floating robot capable of cleaning surface waste efficiently</a:t>
            </a:r>
            <a:br>
              <a:rPr lang="en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Implement a conveyor system to collect and store debris</a:t>
            </a:r>
            <a:br>
              <a:rPr lang="en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Ensure stable, waterproof operation in varying water conditions</a:t>
            </a:r>
            <a:br>
              <a:rPr lang="en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Reduce human effort through semi-automated control</a:t>
            </a:r>
            <a:br>
              <a:rPr lang="en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Deliver an eco-friendly, cost-effective cleaning solution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455" name="Google Shape;455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456" name="Google Shape;456;p41"/>
          <p:cNvSpPr txBox="1"/>
          <p:nvPr>
            <p:ph idx="12" type="sldNum"/>
          </p:nvPr>
        </p:nvSpPr>
        <p:spPr>
          <a:xfrm>
            <a:off x="8253609" y="45766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2"/>
          <p:cNvSpPr/>
          <p:nvPr/>
        </p:nvSpPr>
        <p:spPr>
          <a:xfrm>
            <a:off x="2428253" y="3790128"/>
            <a:ext cx="1137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4">
                <a:latin typeface="Akatab"/>
                <a:ea typeface="Akatab"/>
                <a:cs typeface="Akatab"/>
                <a:sym typeface="Akatab"/>
              </a:rPr>
              <a:t>DC Motor</a:t>
            </a:r>
            <a:endParaRPr sz="1334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62" name="Google Shape;462;p42"/>
          <p:cNvSpPr/>
          <p:nvPr/>
        </p:nvSpPr>
        <p:spPr>
          <a:xfrm>
            <a:off x="725082" y="3790128"/>
            <a:ext cx="1137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4">
                <a:latin typeface="Akatab"/>
                <a:ea typeface="Akatab"/>
                <a:cs typeface="Akatab"/>
                <a:sym typeface="Akatab"/>
              </a:rPr>
              <a:t>DC Motor</a:t>
            </a:r>
            <a:endParaRPr sz="1334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63" name="Google Shape;463;p42"/>
          <p:cNvSpPr/>
          <p:nvPr/>
        </p:nvSpPr>
        <p:spPr>
          <a:xfrm>
            <a:off x="1559136" y="2467673"/>
            <a:ext cx="1172700" cy="84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4">
                <a:latin typeface="Akatab"/>
                <a:ea typeface="Akatab"/>
                <a:cs typeface="Akatab"/>
                <a:sym typeface="Akatab"/>
              </a:rPr>
              <a:t>L298N Motor Driver</a:t>
            </a:r>
            <a:endParaRPr sz="1334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64" name="Google Shape;464;p42"/>
          <p:cNvSpPr/>
          <p:nvPr/>
        </p:nvSpPr>
        <p:spPr>
          <a:xfrm>
            <a:off x="3915750" y="2494068"/>
            <a:ext cx="1312500" cy="79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4">
                <a:latin typeface="Akatab"/>
                <a:ea typeface="Akatab"/>
                <a:cs typeface="Akatab"/>
                <a:sym typeface="Akatab"/>
              </a:rPr>
              <a:t>12V </a:t>
            </a:r>
            <a:r>
              <a:rPr lang="en" sz="1334">
                <a:latin typeface="Akatab"/>
                <a:ea typeface="Akatab"/>
                <a:cs typeface="Akatab"/>
                <a:sym typeface="Akatab"/>
              </a:rPr>
              <a:t>Power Supply</a:t>
            </a:r>
            <a:endParaRPr sz="1334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65" name="Google Shape;465;p42"/>
          <p:cNvSpPr txBox="1"/>
          <p:nvPr>
            <p:ph type="title"/>
          </p:nvPr>
        </p:nvSpPr>
        <p:spPr>
          <a:xfrm>
            <a:off x="720000" y="171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/>
              <a:t>Block Diagram of Water Garbage Collector</a:t>
            </a:r>
            <a:endParaRPr sz="1900" u="sng"/>
          </a:p>
        </p:txBody>
      </p:sp>
      <p:sp>
        <p:nvSpPr>
          <p:cNvPr id="466" name="Google Shape;466;p42"/>
          <p:cNvSpPr/>
          <p:nvPr/>
        </p:nvSpPr>
        <p:spPr>
          <a:xfrm>
            <a:off x="6316919" y="1012740"/>
            <a:ext cx="1268700" cy="60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4">
                <a:latin typeface="Akatab"/>
                <a:ea typeface="Akatab"/>
                <a:cs typeface="Akatab"/>
                <a:sym typeface="Akatab"/>
              </a:rPr>
              <a:t>HC-05 Bluetooth Module</a:t>
            </a:r>
            <a:endParaRPr sz="1334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67" name="Google Shape;467;p42"/>
          <p:cNvSpPr/>
          <p:nvPr/>
        </p:nvSpPr>
        <p:spPr>
          <a:xfrm>
            <a:off x="3858899" y="947041"/>
            <a:ext cx="1426200" cy="735300"/>
          </a:xfrm>
          <a:prstGeom prst="roundRect">
            <a:avLst>
              <a:gd fmla="val 16667" name="adj"/>
            </a:avLst>
          </a:prstGeom>
          <a:solidFill>
            <a:srgbClr val="7994A9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4">
                <a:latin typeface="Akatab"/>
                <a:ea typeface="Akatab"/>
                <a:cs typeface="Akatab"/>
                <a:sym typeface="Akatab"/>
              </a:rPr>
              <a:t>Arduino UNO R3</a:t>
            </a:r>
            <a:endParaRPr sz="1334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68" name="Google Shape;468;p42"/>
          <p:cNvSpPr txBox="1"/>
          <p:nvPr>
            <p:ph idx="12" type="sldNum"/>
          </p:nvPr>
        </p:nvSpPr>
        <p:spPr>
          <a:xfrm>
            <a:off x="8242759" y="45657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42"/>
          <p:cNvSpPr/>
          <p:nvPr/>
        </p:nvSpPr>
        <p:spPr>
          <a:xfrm>
            <a:off x="1489225" y="916593"/>
            <a:ext cx="1312500" cy="79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4">
                <a:latin typeface="Akatab"/>
                <a:ea typeface="Akatab"/>
                <a:cs typeface="Akatab"/>
                <a:sym typeface="Akatab"/>
              </a:rPr>
              <a:t>9V </a:t>
            </a:r>
            <a:r>
              <a:rPr lang="en" sz="1334">
                <a:latin typeface="Akatab"/>
                <a:ea typeface="Akatab"/>
                <a:cs typeface="Akatab"/>
                <a:sym typeface="Akatab"/>
              </a:rPr>
              <a:t>Power Supply</a:t>
            </a:r>
            <a:endParaRPr sz="1334"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470" name="Google Shape;470;p42"/>
          <p:cNvGrpSpPr/>
          <p:nvPr/>
        </p:nvGrpSpPr>
        <p:grpSpPr>
          <a:xfrm>
            <a:off x="1279650" y="3316673"/>
            <a:ext cx="1724100" cy="473455"/>
            <a:chOff x="1279650" y="3316673"/>
            <a:chExt cx="1724100" cy="473455"/>
          </a:xfrm>
        </p:grpSpPr>
        <p:cxnSp>
          <p:nvCxnSpPr>
            <p:cNvPr id="471" name="Google Shape;471;p42"/>
            <p:cNvCxnSpPr/>
            <p:nvPr/>
          </p:nvCxnSpPr>
          <p:spPr>
            <a:xfrm flipH="1" rot="10800000">
              <a:off x="1286275" y="3541950"/>
              <a:ext cx="300" cy="230400"/>
            </a:xfrm>
            <a:prstGeom prst="straightConnector1">
              <a:avLst/>
            </a:prstGeom>
            <a:noFill/>
            <a:ln cap="flat" cmpd="sng" w="9525">
              <a:solidFill>
                <a:srgbClr val="21212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42"/>
            <p:cNvCxnSpPr/>
            <p:nvPr/>
          </p:nvCxnSpPr>
          <p:spPr>
            <a:xfrm flipH="1" rot="10800000">
              <a:off x="1279650" y="3541625"/>
              <a:ext cx="1724100" cy="1800"/>
            </a:xfrm>
            <a:prstGeom prst="straightConnector1">
              <a:avLst/>
            </a:prstGeom>
            <a:noFill/>
            <a:ln cap="flat" cmpd="sng" w="9525">
              <a:solidFill>
                <a:srgbClr val="21212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" name="Google Shape;473;p42"/>
            <p:cNvCxnSpPr>
              <a:stCxn id="461" idx="0"/>
            </p:cNvCxnSpPr>
            <p:nvPr/>
          </p:nvCxnSpPr>
          <p:spPr>
            <a:xfrm rot="10800000">
              <a:off x="2997053" y="3545328"/>
              <a:ext cx="0" cy="244800"/>
            </a:xfrm>
            <a:prstGeom prst="straightConnector1">
              <a:avLst/>
            </a:prstGeom>
            <a:noFill/>
            <a:ln cap="flat" cmpd="sng" w="9525">
              <a:solidFill>
                <a:srgbClr val="21212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" name="Google Shape;474;p42"/>
            <p:cNvCxnSpPr>
              <a:stCxn id="463" idx="2"/>
            </p:cNvCxnSpPr>
            <p:nvPr/>
          </p:nvCxnSpPr>
          <p:spPr>
            <a:xfrm>
              <a:off x="2145486" y="3316673"/>
              <a:ext cx="0" cy="222000"/>
            </a:xfrm>
            <a:prstGeom prst="straightConnector1">
              <a:avLst/>
            </a:prstGeom>
            <a:noFill/>
            <a:ln cap="flat" cmpd="sng" w="9525">
              <a:solidFill>
                <a:srgbClr val="21212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5" name="Google Shape;475;p42"/>
          <p:cNvSpPr/>
          <p:nvPr/>
        </p:nvSpPr>
        <p:spPr>
          <a:xfrm>
            <a:off x="7202853" y="3790128"/>
            <a:ext cx="1137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4">
                <a:latin typeface="Akatab"/>
                <a:ea typeface="Akatab"/>
                <a:cs typeface="Akatab"/>
                <a:sym typeface="Akatab"/>
              </a:rPr>
              <a:t>DC Motor</a:t>
            </a:r>
            <a:endParaRPr sz="1334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76" name="Google Shape;476;p42"/>
          <p:cNvSpPr/>
          <p:nvPr/>
        </p:nvSpPr>
        <p:spPr>
          <a:xfrm>
            <a:off x="5499682" y="3790128"/>
            <a:ext cx="1137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4">
                <a:latin typeface="Akatab"/>
                <a:ea typeface="Akatab"/>
                <a:cs typeface="Akatab"/>
                <a:sym typeface="Akatab"/>
              </a:rPr>
              <a:t>DC Motor</a:t>
            </a:r>
            <a:endParaRPr sz="1334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77" name="Google Shape;477;p42"/>
          <p:cNvSpPr/>
          <p:nvPr/>
        </p:nvSpPr>
        <p:spPr>
          <a:xfrm>
            <a:off x="6333736" y="2467673"/>
            <a:ext cx="1172700" cy="84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100" lIns="87100" spcFirstLastPara="1" rIns="87100" wrap="square" tIns="8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4">
                <a:latin typeface="Akatab"/>
                <a:ea typeface="Akatab"/>
                <a:cs typeface="Akatab"/>
                <a:sym typeface="Akatab"/>
              </a:rPr>
              <a:t>L298N Motor Driver</a:t>
            </a:r>
            <a:endParaRPr sz="1334"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478" name="Google Shape;478;p42"/>
          <p:cNvGrpSpPr/>
          <p:nvPr/>
        </p:nvGrpSpPr>
        <p:grpSpPr>
          <a:xfrm>
            <a:off x="6054250" y="3316673"/>
            <a:ext cx="1724100" cy="473455"/>
            <a:chOff x="1279650" y="3316673"/>
            <a:chExt cx="1724100" cy="473455"/>
          </a:xfrm>
        </p:grpSpPr>
        <p:cxnSp>
          <p:nvCxnSpPr>
            <p:cNvPr id="479" name="Google Shape;479;p42"/>
            <p:cNvCxnSpPr/>
            <p:nvPr/>
          </p:nvCxnSpPr>
          <p:spPr>
            <a:xfrm flipH="1" rot="10800000">
              <a:off x="1286275" y="3541950"/>
              <a:ext cx="300" cy="23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" name="Google Shape;480;p42"/>
            <p:cNvCxnSpPr/>
            <p:nvPr/>
          </p:nvCxnSpPr>
          <p:spPr>
            <a:xfrm flipH="1" rot="10800000">
              <a:off x="1279650" y="3541625"/>
              <a:ext cx="1724100" cy="1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" name="Google Shape;481;p42"/>
            <p:cNvCxnSpPr>
              <a:stCxn id="475" idx="0"/>
            </p:cNvCxnSpPr>
            <p:nvPr/>
          </p:nvCxnSpPr>
          <p:spPr>
            <a:xfrm rot="10800000">
              <a:off x="2997053" y="3545328"/>
              <a:ext cx="0" cy="244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42"/>
            <p:cNvCxnSpPr>
              <a:stCxn id="477" idx="2"/>
            </p:cNvCxnSpPr>
            <p:nvPr/>
          </p:nvCxnSpPr>
          <p:spPr>
            <a:xfrm>
              <a:off x="2145486" y="3316673"/>
              <a:ext cx="0" cy="222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83" name="Google Shape;483;p42"/>
          <p:cNvCxnSpPr>
            <a:stCxn id="464" idx="1"/>
            <a:endCxn id="463" idx="3"/>
          </p:cNvCxnSpPr>
          <p:nvPr/>
        </p:nvCxnSpPr>
        <p:spPr>
          <a:xfrm rot="10800000">
            <a:off x="2731950" y="2892168"/>
            <a:ext cx="1183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p42"/>
          <p:cNvCxnSpPr>
            <a:stCxn id="464" idx="3"/>
            <a:endCxn id="477" idx="1"/>
          </p:cNvCxnSpPr>
          <p:nvPr/>
        </p:nvCxnSpPr>
        <p:spPr>
          <a:xfrm>
            <a:off x="5228250" y="2892168"/>
            <a:ext cx="11055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42"/>
          <p:cNvCxnSpPr>
            <a:stCxn id="467" idx="3"/>
            <a:endCxn id="466" idx="1"/>
          </p:cNvCxnSpPr>
          <p:nvPr/>
        </p:nvCxnSpPr>
        <p:spPr>
          <a:xfrm>
            <a:off x="5285099" y="1314691"/>
            <a:ext cx="1031700" cy="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" name="Google Shape;486;p42"/>
          <p:cNvCxnSpPr/>
          <p:nvPr/>
        </p:nvCxnSpPr>
        <p:spPr>
          <a:xfrm>
            <a:off x="5272800" y="1513675"/>
            <a:ext cx="1033800" cy="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7" name="Google Shape;487;p42"/>
          <p:cNvCxnSpPr/>
          <p:nvPr/>
        </p:nvCxnSpPr>
        <p:spPr>
          <a:xfrm>
            <a:off x="5272800" y="1181400"/>
            <a:ext cx="1056000" cy="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8" name="Google Shape;488;p42"/>
          <p:cNvCxnSpPr>
            <a:stCxn id="469" idx="3"/>
            <a:endCxn id="467" idx="1"/>
          </p:cNvCxnSpPr>
          <p:nvPr/>
        </p:nvCxnSpPr>
        <p:spPr>
          <a:xfrm>
            <a:off x="2801725" y="1314693"/>
            <a:ext cx="10572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42"/>
          <p:cNvCxnSpPr>
            <a:stCxn id="467" idx="2"/>
            <a:endCxn id="463" idx="0"/>
          </p:cNvCxnSpPr>
          <p:nvPr/>
        </p:nvCxnSpPr>
        <p:spPr>
          <a:xfrm flipH="1">
            <a:off x="2145599" y="1682341"/>
            <a:ext cx="2426400" cy="78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42"/>
          <p:cNvCxnSpPr>
            <a:stCxn id="467" idx="2"/>
            <a:endCxn id="477" idx="0"/>
          </p:cNvCxnSpPr>
          <p:nvPr/>
        </p:nvCxnSpPr>
        <p:spPr>
          <a:xfrm>
            <a:off x="4571999" y="1682341"/>
            <a:ext cx="2348100" cy="78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1" name="Google Shape;491;p42"/>
          <p:cNvSpPr txBox="1"/>
          <p:nvPr/>
        </p:nvSpPr>
        <p:spPr>
          <a:xfrm>
            <a:off x="5029125" y="1043500"/>
            <a:ext cx="37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Akatab"/>
                <a:ea typeface="Akatab"/>
                <a:cs typeface="Akatab"/>
                <a:sym typeface="Akatab"/>
              </a:rPr>
              <a:t>Tx</a:t>
            </a:r>
            <a:endParaRPr sz="700">
              <a:latin typeface="Akatab"/>
              <a:ea typeface="Akatab"/>
              <a:cs typeface="Akatab"/>
              <a:sym typeface="Akat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Akatab"/>
                <a:ea typeface="Akatab"/>
                <a:cs typeface="Akatab"/>
                <a:sym typeface="Akatab"/>
              </a:rPr>
              <a:t>Rx</a:t>
            </a:r>
            <a:endParaRPr sz="700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92" name="Google Shape;492;p42"/>
          <p:cNvSpPr txBox="1"/>
          <p:nvPr/>
        </p:nvSpPr>
        <p:spPr>
          <a:xfrm>
            <a:off x="6260775" y="1043500"/>
            <a:ext cx="37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Akatab"/>
                <a:ea typeface="Akatab"/>
                <a:cs typeface="Akatab"/>
                <a:sym typeface="Akatab"/>
              </a:rPr>
              <a:t>R</a:t>
            </a:r>
            <a:r>
              <a:rPr lang="en" sz="700">
                <a:latin typeface="Akatab"/>
                <a:ea typeface="Akatab"/>
                <a:cs typeface="Akatab"/>
                <a:sym typeface="Akatab"/>
              </a:rPr>
              <a:t>x</a:t>
            </a:r>
            <a:endParaRPr sz="700">
              <a:latin typeface="Akatab"/>
              <a:ea typeface="Akatab"/>
              <a:cs typeface="Akatab"/>
              <a:sym typeface="Akat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Akatab"/>
                <a:ea typeface="Akatab"/>
                <a:cs typeface="Akatab"/>
                <a:sym typeface="Akatab"/>
              </a:rPr>
              <a:t>Tx</a:t>
            </a:r>
            <a:endParaRPr sz="700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93" name="Google Shape;493;p42"/>
          <p:cNvSpPr txBox="1"/>
          <p:nvPr/>
        </p:nvSpPr>
        <p:spPr>
          <a:xfrm>
            <a:off x="5644950" y="1513675"/>
            <a:ext cx="37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katab"/>
                <a:ea typeface="Akatab"/>
                <a:cs typeface="Akatab"/>
                <a:sym typeface="Akatab"/>
              </a:rPr>
              <a:t>5V</a:t>
            </a:r>
            <a:endParaRPr sz="1000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94" name="Google Shape;494;p42"/>
          <p:cNvSpPr txBox="1"/>
          <p:nvPr/>
        </p:nvSpPr>
        <p:spPr>
          <a:xfrm rot="-1047709">
            <a:off x="2995534" y="1887839"/>
            <a:ext cx="1312693" cy="4283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ENA,ENB, IN1,IN2,IN3,IN4</a:t>
            </a:r>
            <a:endParaRPr b="1" sz="9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495" name="Google Shape;495;p42"/>
          <p:cNvSpPr txBox="1"/>
          <p:nvPr/>
        </p:nvSpPr>
        <p:spPr>
          <a:xfrm rot="1137899">
            <a:off x="4826083" y="1936922"/>
            <a:ext cx="1312654" cy="4284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ENA,ENB, IN1,IN2,IN3,IN4</a:t>
            </a:r>
            <a:endParaRPr b="1" sz="9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3"/>
          <p:cNvSpPr/>
          <p:nvPr/>
        </p:nvSpPr>
        <p:spPr>
          <a:xfrm>
            <a:off x="3931631" y="620486"/>
            <a:ext cx="1227900" cy="37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8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700" lIns="85700" spcFirstLastPara="1" rIns="85700" wrap="square" tIns="8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2">
                <a:latin typeface="Akatab"/>
                <a:ea typeface="Akatab"/>
                <a:cs typeface="Akatab"/>
                <a:sym typeface="Akatab"/>
              </a:rPr>
              <a:t>START</a:t>
            </a:r>
            <a:endParaRPr sz="1312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01" name="Google Shape;501;p43"/>
          <p:cNvSpPr/>
          <p:nvPr/>
        </p:nvSpPr>
        <p:spPr>
          <a:xfrm>
            <a:off x="3588488" y="1130463"/>
            <a:ext cx="1914300" cy="65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8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700" lIns="85700" spcFirstLastPara="1" rIns="85700" wrap="square" tIns="8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8">
                <a:latin typeface="Akatab"/>
                <a:ea typeface="Akatab"/>
                <a:cs typeface="Akatab"/>
                <a:sym typeface="Akatab"/>
              </a:rPr>
              <a:t>Connect Via Bluetooth</a:t>
            </a:r>
            <a:endParaRPr sz="1228">
              <a:latin typeface="Akatab"/>
              <a:ea typeface="Akatab"/>
              <a:cs typeface="Akatab"/>
              <a:sym typeface="Akat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8">
                <a:latin typeface="Akatab"/>
                <a:ea typeface="Akatab"/>
                <a:cs typeface="Akatab"/>
                <a:sym typeface="Akatab"/>
              </a:rPr>
              <a:t>(Forward/Backward/Left/Right)</a:t>
            </a:r>
            <a:endParaRPr sz="1228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02" name="Google Shape;502;p43"/>
          <p:cNvSpPr/>
          <p:nvPr/>
        </p:nvSpPr>
        <p:spPr>
          <a:xfrm>
            <a:off x="2974174" y="2019068"/>
            <a:ext cx="3142800" cy="37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8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700" lIns="85700" spcFirstLastPara="1" rIns="85700" wrap="square" tIns="8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12">
                <a:latin typeface="Akatab"/>
                <a:ea typeface="Akatab"/>
                <a:cs typeface="Akatab"/>
                <a:sym typeface="Akatab"/>
              </a:rPr>
              <a:t>Move Robot on Water</a:t>
            </a:r>
            <a:endParaRPr sz="1312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03" name="Google Shape;503;p43"/>
          <p:cNvSpPr/>
          <p:nvPr/>
        </p:nvSpPr>
        <p:spPr>
          <a:xfrm>
            <a:off x="3550890" y="2539276"/>
            <a:ext cx="1989361" cy="930393"/>
          </a:xfrm>
          <a:prstGeom prst="flowChartDecision">
            <a:avLst/>
          </a:prstGeom>
          <a:solidFill>
            <a:srgbClr val="0B5394"/>
          </a:solidFill>
          <a:ln cap="flat" cmpd="sng" w="10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375" lIns="101375" spcFirstLastPara="1" rIns="101375" wrap="square" tIns="10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2">
                <a:latin typeface="Akatab"/>
                <a:ea typeface="Akatab"/>
                <a:cs typeface="Akatab"/>
                <a:sym typeface="Akatab"/>
              </a:rPr>
              <a:t>Is waste detected by user</a:t>
            </a:r>
            <a:endParaRPr sz="1352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04" name="Google Shape;504;p43"/>
          <p:cNvSpPr/>
          <p:nvPr/>
        </p:nvSpPr>
        <p:spPr>
          <a:xfrm>
            <a:off x="1547127" y="3322434"/>
            <a:ext cx="1263000" cy="39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375" lIns="101375" spcFirstLastPara="1" rIns="101375" wrap="square" tIns="10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2">
                <a:latin typeface="Akatab"/>
                <a:ea typeface="Akatab"/>
                <a:cs typeface="Akatab"/>
                <a:sym typeface="Akatab"/>
              </a:rPr>
              <a:t>Turn ON Conveyor</a:t>
            </a:r>
            <a:endParaRPr sz="1352"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05" name="Google Shape;505;p43"/>
          <p:cNvSpPr/>
          <p:nvPr/>
        </p:nvSpPr>
        <p:spPr>
          <a:xfrm>
            <a:off x="3819349" y="4470046"/>
            <a:ext cx="1452600" cy="4395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 cap="flat" cmpd="sng" w="10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375" lIns="101375" spcFirstLastPara="1" rIns="101375" wrap="square" tIns="10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2">
                <a:latin typeface="Akatab"/>
                <a:ea typeface="Akatab"/>
                <a:cs typeface="Akatab"/>
                <a:sym typeface="Akatab"/>
              </a:rPr>
              <a:t>STOP</a:t>
            </a:r>
            <a:endParaRPr sz="1552">
              <a:latin typeface="Akatab"/>
              <a:ea typeface="Akatab"/>
              <a:cs typeface="Akatab"/>
              <a:sym typeface="Akatab"/>
            </a:endParaRPr>
          </a:p>
        </p:txBody>
      </p:sp>
      <p:cxnSp>
        <p:nvCxnSpPr>
          <p:cNvPr id="506" name="Google Shape;506;p43"/>
          <p:cNvCxnSpPr>
            <a:stCxn id="500" idx="2"/>
            <a:endCxn id="501" idx="0"/>
          </p:cNvCxnSpPr>
          <p:nvPr/>
        </p:nvCxnSpPr>
        <p:spPr>
          <a:xfrm>
            <a:off x="4545581" y="991886"/>
            <a:ext cx="0" cy="138600"/>
          </a:xfrm>
          <a:prstGeom prst="straightConnector1">
            <a:avLst/>
          </a:prstGeom>
          <a:noFill/>
          <a:ln cap="flat" cmpd="sng" w="89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43"/>
          <p:cNvCxnSpPr>
            <a:endCxn id="508" idx="0"/>
          </p:cNvCxnSpPr>
          <p:nvPr/>
        </p:nvCxnSpPr>
        <p:spPr>
          <a:xfrm>
            <a:off x="2178625" y="3713150"/>
            <a:ext cx="0" cy="223200"/>
          </a:xfrm>
          <a:prstGeom prst="straightConnector1">
            <a:avLst/>
          </a:prstGeom>
          <a:noFill/>
          <a:ln cap="flat" cmpd="sng" w="10575">
            <a:solidFill>
              <a:srgbClr val="21212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43"/>
          <p:cNvCxnSpPr>
            <a:stCxn id="502" idx="2"/>
            <a:endCxn id="503" idx="0"/>
          </p:cNvCxnSpPr>
          <p:nvPr/>
        </p:nvCxnSpPr>
        <p:spPr>
          <a:xfrm>
            <a:off x="4545574" y="2390468"/>
            <a:ext cx="0" cy="148800"/>
          </a:xfrm>
          <a:prstGeom prst="straightConnector1">
            <a:avLst/>
          </a:prstGeom>
          <a:noFill/>
          <a:ln cap="flat" cmpd="sng" w="10575">
            <a:solidFill>
              <a:srgbClr val="21212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43"/>
          <p:cNvCxnSpPr>
            <a:stCxn id="501" idx="2"/>
            <a:endCxn id="502" idx="0"/>
          </p:cNvCxnSpPr>
          <p:nvPr/>
        </p:nvCxnSpPr>
        <p:spPr>
          <a:xfrm>
            <a:off x="4545638" y="1781463"/>
            <a:ext cx="0" cy="237600"/>
          </a:xfrm>
          <a:prstGeom prst="straightConnector1">
            <a:avLst/>
          </a:prstGeom>
          <a:noFill/>
          <a:ln cap="flat" cmpd="sng" w="8050">
            <a:solidFill>
              <a:srgbClr val="21212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43"/>
          <p:cNvSpPr txBox="1"/>
          <p:nvPr/>
        </p:nvSpPr>
        <p:spPr>
          <a:xfrm>
            <a:off x="941400" y="91275"/>
            <a:ext cx="7261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Flow Chart of Water Garbage Collector</a:t>
            </a:r>
            <a:endParaRPr sz="2400" u="sng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12" name="Google Shape;512;p43"/>
          <p:cNvSpPr txBox="1"/>
          <p:nvPr>
            <p:ph idx="12" type="sldNum"/>
          </p:nvPr>
        </p:nvSpPr>
        <p:spPr>
          <a:xfrm>
            <a:off x="8264409" y="46016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13" name="Google Shape;513;p43"/>
          <p:cNvCxnSpPr>
            <a:stCxn id="503" idx="3"/>
            <a:endCxn id="514" idx="0"/>
          </p:cNvCxnSpPr>
          <p:nvPr/>
        </p:nvCxnSpPr>
        <p:spPr>
          <a:xfrm>
            <a:off x="5540251" y="3004472"/>
            <a:ext cx="1519800" cy="5250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43"/>
          <p:cNvCxnSpPr>
            <a:stCxn id="503" idx="1"/>
            <a:endCxn id="504" idx="0"/>
          </p:cNvCxnSpPr>
          <p:nvPr/>
        </p:nvCxnSpPr>
        <p:spPr>
          <a:xfrm flipH="1">
            <a:off x="2178690" y="3004472"/>
            <a:ext cx="1372200" cy="3180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43"/>
          <p:cNvCxnSpPr>
            <a:stCxn id="514" idx="2"/>
            <a:endCxn id="505" idx="3"/>
          </p:cNvCxnSpPr>
          <p:nvPr/>
        </p:nvCxnSpPr>
        <p:spPr>
          <a:xfrm rot="5400000">
            <a:off x="5881175" y="3510800"/>
            <a:ext cx="569700" cy="17883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43"/>
          <p:cNvCxnSpPr>
            <a:stCxn id="508" idx="2"/>
            <a:endCxn id="505" idx="1"/>
          </p:cNvCxnSpPr>
          <p:nvPr/>
        </p:nvCxnSpPr>
        <p:spPr>
          <a:xfrm flipH="1" rot="-5400000">
            <a:off x="2817625" y="3687950"/>
            <a:ext cx="362700" cy="16407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8" name="Google Shape;508;p43"/>
          <p:cNvSpPr/>
          <p:nvPr/>
        </p:nvSpPr>
        <p:spPr>
          <a:xfrm>
            <a:off x="1452325" y="3936350"/>
            <a:ext cx="1452600" cy="39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katab"/>
                <a:ea typeface="Akatab"/>
                <a:cs typeface="Akatab"/>
                <a:sym typeface="Akatab"/>
              </a:rPr>
              <a:t>Collect Waste Into Bin</a:t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14" name="Google Shape;514;p43"/>
          <p:cNvSpPr/>
          <p:nvPr/>
        </p:nvSpPr>
        <p:spPr>
          <a:xfrm>
            <a:off x="6428675" y="3529400"/>
            <a:ext cx="1263000" cy="59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katab"/>
                <a:ea typeface="Akatab"/>
                <a:cs typeface="Akatab"/>
                <a:sym typeface="Akatab"/>
              </a:rPr>
              <a:t>Continue Moving</a:t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4"/>
          <p:cNvSpPr txBox="1"/>
          <p:nvPr>
            <p:ph type="title"/>
          </p:nvPr>
        </p:nvSpPr>
        <p:spPr>
          <a:xfrm>
            <a:off x="1740000" y="1520100"/>
            <a:ext cx="5664000" cy="2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&amp;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Specifications</a:t>
            </a:r>
            <a:endParaRPr/>
          </a:p>
        </p:txBody>
      </p:sp>
      <p:sp>
        <p:nvSpPr>
          <p:cNvPr id="523" name="Google Shape;523;p44"/>
          <p:cNvSpPr txBox="1"/>
          <p:nvPr>
            <p:ph idx="12" type="sldNum"/>
          </p:nvPr>
        </p:nvSpPr>
        <p:spPr>
          <a:xfrm>
            <a:off x="8188634" y="45874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875" y="1124825"/>
            <a:ext cx="5760077" cy="3543824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5"/>
          <p:cNvSpPr txBox="1"/>
          <p:nvPr>
            <p:ph type="title"/>
          </p:nvPr>
        </p:nvSpPr>
        <p:spPr>
          <a:xfrm>
            <a:off x="644200" y="2526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L298N Motor Driver Module</a:t>
            </a:r>
            <a:endParaRPr/>
          </a:p>
        </p:txBody>
      </p:sp>
      <p:pic>
        <p:nvPicPr>
          <p:cNvPr id="530" name="Google Shape;53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0050" y="1341625"/>
            <a:ext cx="2070449" cy="20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5"/>
          <p:cNvSpPr txBox="1"/>
          <p:nvPr>
            <p:ph idx="12" type="sldNum"/>
          </p:nvPr>
        </p:nvSpPr>
        <p:spPr>
          <a:xfrm>
            <a:off x="8264409" y="45549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6"/>
          <p:cNvSpPr txBox="1"/>
          <p:nvPr>
            <p:ph type="title"/>
          </p:nvPr>
        </p:nvSpPr>
        <p:spPr>
          <a:xfrm>
            <a:off x="720000" y="2526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DC Motor</a:t>
            </a:r>
            <a:endParaRPr/>
          </a:p>
        </p:txBody>
      </p:sp>
      <p:pic>
        <p:nvPicPr>
          <p:cNvPr id="537" name="Google Shape;5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500" y="1846901"/>
            <a:ext cx="6274275" cy="17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3400" y="1644261"/>
            <a:ext cx="1703375" cy="170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6"/>
          <p:cNvSpPr txBox="1"/>
          <p:nvPr>
            <p:ph idx="12" type="sldNum"/>
          </p:nvPr>
        </p:nvSpPr>
        <p:spPr>
          <a:xfrm>
            <a:off x="8242759" y="45982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7"/>
          <p:cNvSpPr txBox="1"/>
          <p:nvPr>
            <p:ph type="title"/>
          </p:nvPr>
        </p:nvSpPr>
        <p:spPr>
          <a:xfrm>
            <a:off x="720000" y="2526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HC-05 Bluetooth Module</a:t>
            </a:r>
            <a:endParaRPr/>
          </a:p>
        </p:txBody>
      </p:sp>
      <p:pic>
        <p:nvPicPr>
          <p:cNvPr id="545" name="Google Shape;54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50" y="1832875"/>
            <a:ext cx="6359924" cy="21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0275" y="1989363"/>
            <a:ext cx="1596501" cy="15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7"/>
          <p:cNvSpPr txBox="1"/>
          <p:nvPr>
            <p:ph idx="12" type="sldNum"/>
          </p:nvPr>
        </p:nvSpPr>
        <p:spPr>
          <a:xfrm>
            <a:off x="8242759" y="45657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8"/>
          <p:cNvSpPr txBox="1"/>
          <p:nvPr>
            <p:ph type="title"/>
          </p:nvPr>
        </p:nvSpPr>
        <p:spPr>
          <a:xfrm>
            <a:off x="720000" y="2526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Battery Holder (Two for 12V)</a:t>
            </a:r>
            <a:endParaRPr/>
          </a:p>
        </p:txBody>
      </p:sp>
      <p:sp>
        <p:nvSpPr>
          <p:cNvPr id="553" name="Google Shape;553;p48"/>
          <p:cNvSpPr txBox="1"/>
          <p:nvPr>
            <p:ph idx="12" type="sldNum"/>
          </p:nvPr>
        </p:nvSpPr>
        <p:spPr>
          <a:xfrm>
            <a:off x="8231934" y="45341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4" name="Google Shape;55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1625" y="1608188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8"/>
          <p:cNvPicPr preferRelativeResize="0"/>
          <p:nvPr/>
        </p:nvPicPr>
        <p:blipFill rotWithShape="1">
          <a:blip r:embed="rId4">
            <a:alphaModFix/>
          </a:blip>
          <a:srcRect b="0" l="0" r="15261" t="0"/>
          <a:stretch/>
        </p:blipFill>
        <p:spPr>
          <a:xfrm>
            <a:off x="628425" y="1502725"/>
            <a:ext cx="5463948" cy="23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9"/>
          <p:cNvSpPr txBox="1"/>
          <p:nvPr>
            <p:ph type="title"/>
          </p:nvPr>
        </p:nvSpPr>
        <p:spPr>
          <a:xfrm>
            <a:off x="720000" y="2526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9V Battery</a:t>
            </a:r>
            <a:endParaRPr/>
          </a:p>
        </p:txBody>
      </p:sp>
      <p:sp>
        <p:nvSpPr>
          <p:cNvPr id="561" name="Google Shape;561;p49"/>
          <p:cNvSpPr txBox="1"/>
          <p:nvPr>
            <p:ph idx="12" type="sldNum"/>
          </p:nvPr>
        </p:nvSpPr>
        <p:spPr>
          <a:xfrm>
            <a:off x="8231934" y="45341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2" name="Google Shape;56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400" y="1410613"/>
            <a:ext cx="2322275" cy="232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9"/>
          <p:cNvPicPr preferRelativeResize="0"/>
          <p:nvPr/>
        </p:nvPicPr>
        <p:blipFill rotWithShape="1">
          <a:blip r:embed="rId4">
            <a:alphaModFix/>
          </a:blip>
          <a:srcRect b="0" l="0" r="16576" t="0"/>
          <a:stretch/>
        </p:blipFill>
        <p:spPr>
          <a:xfrm>
            <a:off x="628450" y="1428013"/>
            <a:ext cx="5035675" cy="228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0"/>
          <p:cNvSpPr txBox="1"/>
          <p:nvPr>
            <p:ph type="title"/>
          </p:nvPr>
        </p:nvSpPr>
        <p:spPr>
          <a:xfrm>
            <a:off x="643800" y="243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Arduino UNO R3</a:t>
            </a:r>
            <a:endParaRPr/>
          </a:p>
        </p:txBody>
      </p:sp>
      <p:pic>
        <p:nvPicPr>
          <p:cNvPr id="569" name="Google Shape;56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874975"/>
            <a:ext cx="5496599" cy="39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9223" y="1260450"/>
            <a:ext cx="2622603" cy="2622603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0"/>
          <p:cNvSpPr txBox="1"/>
          <p:nvPr>
            <p:ph idx="12" type="sldNum"/>
          </p:nvPr>
        </p:nvSpPr>
        <p:spPr>
          <a:xfrm>
            <a:off x="8231909" y="46091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1"/>
          <p:cNvSpPr txBox="1"/>
          <p:nvPr>
            <p:ph type="title"/>
          </p:nvPr>
        </p:nvSpPr>
        <p:spPr>
          <a:xfrm>
            <a:off x="769650" y="301250"/>
            <a:ext cx="7604700" cy="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Done</a:t>
            </a:r>
            <a:endParaRPr/>
          </a:p>
        </p:txBody>
      </p:sp>
      <p:sp>
        <p:nvSpPr>
          <p:cNvPr id="577" name="Google Shape;577;p51"/>
          <p:cNvSpPr txBox="1"/>
          <p:nvPr/>
        </p:nvSpPr>
        <p:spPr>
          <a:xfrm>
            <a:off x="704500" y="941725"/>
            <a:ext cx="7669800" cy="3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Designed a floating waterproof body to support all components on water.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Installed DC motors for propulsion and connected them using the </a:t>
            </a:r>
            <a:r>
              <a:rPr b="1" lang="en" sz="1100"/>
              <a:t>L298N motor driver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Built a working </a:t>
            </a:r>
            <a:r>
              <a:rPr b="1" lang="en" sz="1100"/>
              <a:t>conveyor mechanism</a:t>
            </a:r>
            <a:r>
              <a:rPr lang="en" sz="1100"/>
              <a:t> to lift and collect floating waste.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Controlled the conveyor motor using the </a:t>
            </a:r>
            <a:r>
              <a:rPr b="1" lang="en" sz="1100"/>
              <a:t>L298N motor driver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Integrated all electronics with an </a:t>
            </a:r>
            <a:r>
              <a:rPr b="1" lang="en" sz="1100"/>
              <a:t>Arduino Uno</a:t>
            </a:r>
            <a:r>
              <a:rPr lang="en" sz="1100"/>
              <a:t> microcontroller.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Added </a:t>
            </a:r>
            <a:r>
              <a:rPr b="1" lang="en" sz="1100"/>
              <a:t>HC-05 Bluetooth module</a:t>
            </a:r>
            <a:r>
              <a:rPr lang="en" sz="1100"/>
              <a:t> for manual wireless control.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Wrote Arduino code to control movement directions and conveyor operation.</a:t>
            </a:r>
            <a:br>
              <a:rPr lang="en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78" name="Google Shape;578;p51"/>
          <p:cNvSpPr txBox="1"/>
          <p:nvPr>
            <p:ph idx="12" type="sldNum"/>
          </p:nvPr>
        </p:nvSpPr>
        <p:spPr>
          <a:xfrm>
            <a:off x="8199459" y="45874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2"/>
          <p:cNvSpPr txBox="1"/>
          <p:nvPr>
            <p:ph type="title"/>
          </p:nvPr>
        </p:nvSpPr>
        <p:spPr>
          <a:xfrm>
            <a:off x="706975" y="124000"/>
            <a:ext cx="79806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Discussions</a:t>
            </a:r>
            <a:endParaRPr/>
          </a:p>
        </p:txBody>
      </p:sp>
      <p:sp>
        <p:nvSpPr>
          <p:cNvPr id="584" name="Google Shape;584;p52"/>
          <p:cNvSpPr txBox="1"/>
          <p:nvPr>
            <p:ph idx="12" type="sldNum"/>
          </p:nvPr>
        </p:nvSpPr>
        <p:spPr>
          <a:xfrm>
            <a:off x="8221109" y="45874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5" name="Google Shape;585;p52"/>
          <p:cNvSpPr txBox="1"/>
          <p:nvPr/>
        </p:nvSpPr>
        <p:spPr>
          <a:xfrm>
            <a:off x="743875" y="968102"/>
            <a:ext cx="45069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/>
              <a:t>Results</a:t>
            </a:r>
            <a:endParaRPr b="1" sz="1200"/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The robot successfully operated using DC motors controlled through the L298N driver, with both the propeller system and the conveyor mechanism implemented effectively.</a:t>
            </a:r>
            <a:endParaRPr sz="4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The conveyor mechanism effectively lifted small floating waste such as leaves and paper into the bin.</a:t>
            </a:r>
            <a:endParaRPr sz="4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Bluetooth control via the HC-05 module worked smoothly, allowing manual operation from a mobile device.</a:t>
            </a:r>
            <a:endParaRPr sz="900"/>
          </a:p>
        </p:txBody>
      </p:sp>
      <p:sp>
        <p:nvSpPr>
          <p:cNvPr id="586" name="Google Shape;586;p52"/>
          <p:cNvSpPr txBox="1"/>
          <p:nvPr/>
        </p:nvSpPr>
        <p:spPr>
          <a:xfrm>
            <a:off x="743875" y="2693450"/>
            <a:ext cx="4506900" cy="18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Discussion</a:t>
            </a:r>
            <a:endParaRPr b="1" sz="12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The DC motors and L298N driver provided stable control, enabling smooth movement and conveyor operation.</a:t>
            </a:r>
            <a:endParaRPr sz="5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The conveyor effectively collected light debris but may require upgrades for heavier waste.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Bluetooth control worked reliably, though manual operation limits autonomy.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The prototype shows good potential but needs improvements in automation and load capacity.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587" name="Google Shape;587;p52" title="WhatsApp Image 2025-12-08 at 8.19.36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451" y="1089334"/>
            <a:ext cx="2713325" cy="1519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52" title="WhatsApp Image 2025-12-08 at 8.19.35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8449" y="2738925"/>
            <a:ext cx="2713325" cy="15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3"/>
          <p:cNvSpPr txBox="1"/>
          <p:nvPr>
            <p:ph type="title"/>
          </p:nvPr>
        </p:nvSpPr>
        <p:spPr>
          <a:xfrm>
            <a:off x="706975" y="124000"/>
            <a:ext cx="7980600" cy="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Discussions</a:t>
            </a:r>
            <a:endParaRPr/>
          </a:p>
        </p:txBody>
      </p:sp>
      <p:sp>
        <p:nvSpPr>
          <p:cNvPr id="594" name="Google Shape;594;p53"/>
          <p:cNvSpPr txBox="1"/>
          <p:nvPr>
            <p:ph idx="12" type="sldNum"/>
          </p:nvPr>
        </p:nvSpPr>
        <p:spPr>
          <a:xfrm>
            <a:off x="8221109" y="45874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5" name="Google Shape;595;p53" title="WhatsApp Image 2025-12-08 at 8.19.35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354822" y="2179085"/>
            <a:ext cx="1626068" cy="290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53" title="WhatsApp Image 2025-12-08 at 8.19.36 AM.jpeg"/>
          <p:cNvPicPr preferRelativeResize="0"/>
          <p:nvPr/>
        </p:nvPicPr>
        <p:blipFill rotWithShape="1">
          <a:blip r:embed="rId4">
            <a:alphaModFix/>
          </a:blip>
          <a:srcRect b="10756" l="13855" r="19915" t="23015"/>
          <a:stretch/>
        </p:blipFill>
        <p:spPr>
          <a:xfrm>
            <a:off x="1524745" y="2817500"/>
            <a:ext cx="2902829" cy="162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53" title="WhatsApp Image 2025-12-08 at 8.19.34 A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1891" y="890301"/>
            <a:ext cx="2905690" cy="1627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53" title="WhatsApp Image 2025-12-08 at 8.19.35 AM (1)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6412" y="890304"/>
            <a:ext cx="2905709" cy="162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04" name="Google Shape;604;p54"/>
          <p:cNvSpPr txBox="1"/>
          <p:nvPr/>
        </p:nvSpPr>
        <p:spPr>
          <a:xfrm>
            <a:off x="1281025" y="1262875"/>
            <a:ext cx="67668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katab"/>
              <a:buChar char="●"/>
            </a:pPr>
            <a:r>
              <a:rPr lang="en" sz="15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The robot successfully moves on water and collects floating waste using a conveyor mechanism.</a:t>
            </a:r>
            <a:br>
              <a:rPr lang="en" sz="15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</a:br>
            <a:endParaRPr sz="15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katab"/>
              <a:buChar char="●"/>
            </a:pPr>
            <a:r>
              <a:rPr lang="en" sz="15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Manual Bluetooth control (HC-05) makes it easy to operate and reduces human effort in cleaning.</a:t>
            </a:r>
            <a:br>
              <a:rPr lang="en" sz="15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</a:br>
            <a:endParaRPr sz="15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katab"/>
              <a:buChar char="●"/>
            </a:pPr>
            <a:r>
              <a:rPr lang="en" sz="15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Even without automatic sensors, the system works effectively as a low-cost water-cleaning prototype.</a:t>
            </a:r>
            <a:br>
              <a:rPr lang="en" sz="15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</a:br>
            <a:endParaRPr sz="15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katab"/>
              <a:buChar char="●"/>
            </a:pPr>
            <a:r>
              <a:rPr lang="en" sz="15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rPr>
              <a:t>The project provides a good base for future improvements like sensor automation and solar power.</a:t>
            </a:r>
            <a:endParaRPr sz="15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605" name="Google Shape;605;p54"/>
          <p:cNvSpPr txBox="1"/>
          <p:nvPr>
            <p:ph idx="12" type="sldNum"/>
          </p:nvPr>
        </p:nvSpPr>
        <p:spPr>
          <a:xfrm>
            <a:off x="8205934" y="45766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611" name="Google Shape;611;p55"/>
          <p:cNvSpPr txBox="1"/>
          <p:nvPr>
            <p:ph idx="12" type="sldNum"/>
          </p:nvPr>
        </p:nvSpPr>
        <p:spPr>
          <a:xfrm>
            <a:off x="8213034" y="46884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2" name="Google Shape;612;p55"/>
          <p:cNvSpPr txBox="1"/>
          <p:nvPr/>
        </p:nvSpPr>
        <p:spPr>
          <a:xfrm>
            <a:off x="1125750" y="1247350"/>
            <a:ext cx="6892500" cy="26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katab"/>
              <a:buChar char="●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Archana, S. K., Adithya, S., Ashwini, P., &amp; Ramya, K. R. (2024). Water cleaning RC boat. International Advanced Research Journal in Science, Engineering and Technology, 11(12), 5. https://iarjset.com/papers/water-cleaning-rc-boat</a:t>
            </a:r>
            <a:br>
              <a:rPr lang="en" sz="1100"/>
            </a:br>
            <a:endParaRPr sz="11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katab"/>
              <a:buChar char="●"/>
            </a:pPr>
            <a:r>
              <a:rPr lang="en" sz="1100">
                <a:uFill>
                  <a:noFill/>
                </a:uFill>
                <a:hlinkClick r:id="rId4"/>
              </a:rPr>
              <a:t>Trinadha, B., Reddy, K. M. D., Hemanth, B., HariKrishna, K., ManasaVeena, B., ReshmaDevi, B., &amp; GeetaGayatri, B. (2024). Water surface trash collector via Bluetooth and Arduino integration. Journal of Nonlinear Analysis and Optimization, 15(1), 6.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katab"/>
              <a:buChar char="●"/>
            </a:pPr>
            <a:r>
              <a:rPr lang="en" sz="1100">
                <a:uFill>
                  <a:noFill/>
                </a:uFill>
                <a:hlinkClick r:id="rId5"/>
              </a:rPr>
              <a:t>Anilkumar, T., Abhiram, V., Sampath Kumar, K., Yashwanth Sai Ganesh, R., Bhavani Prasad, U., &amp; Aditya Raj, P. (2024). Surface water cleaning robot (SWCR) for sustainable environmental protection. International Journal of Scientific Research &amp; Engineering Trends, 10(5), 5.</a:t>
            </a:r>
            <a:endParaRPr>
              <a:latin typeface="Akatab"/>
              <a:ea typeface="Akatab"/>
              <a:cs typeface="Akatab"/>
              <a:sym typeface="Akata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6"/>
          <p:cNvSpPr txBox="1"/>
          <p:nvPr>
            <p:ph type="ctrTitle"/>
          </p:nvPr>
        </p:nvSpPr>
        <p:spPr>
          <a:xfrm>
            <a:off x="2430000" y="2072838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618" name="Google Shape;618;p56"/>
          <p:cNvGrpSpPr/>
          <p:nvPr/>
        </p:nvGrpSpPr>
        <p:grpSpPr>
          <a:xfrm>
            <a:off x="2318925" y="-397675"/>
            <a:ext cx="7985550" cy="4108513"/>
            <a:chOff x="2318925" y="-397675"/>
            <a:chExt cx="7985550" cy="4108513"/>
          </a:xfrm>
        </p:grpSpPr>
        <p:sp>
          <p:nvSpPr>
            <p:cNvPr id="619" name="Google Shape;619;p56"/>
            <p:cNvSpPr txBox="1"/>
            <p:nvPr/>
          </p:nvSpPr>
          <p:spPr>
            <a:xfrm>
              <a:off x="2318925" y="-324400"/>
              <a:ext cx="4506000" cy="40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000">
                  <a:solidFill>
                    <a:srgbClr val="FCFCFC"/>
                  </a:solidFill>
                  <a:latin typeface="Akatab"/>
                  <a:ea typeface="Akatab"/>
                  <a:cs typeface="Akatab"/>
                  <a:sym typeface="Akatab"/>
                </a:rPr>
                <a:t>-</a:t>
              </a:r>
              <a:endParaRPr b="1" sz="40000">
                <a:solidFill>
                  <a:srgbClr val="FCFCFC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620" name="Google Shape;620;p56"/>
            <p:cNvSpPr txBox="1"/>
            <p:nvPr/>
          </p:nvSpPr>
          <p:spPr>
            <a:xfrm>
              <a:off x="3533725" y="-310662"/>
              <a:ext cx="4506000" cy="40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000">
                  <a:solidFill>
                    <a:srgbClr val="FCFCFC"/>
                  </a:solidFill>
                  <a:latin typeface="Akatab"/>
                  <a:ea typeface="Akatab"/>
                  <a:cs typeface="Akatab"/>
                  <a:sym typeface="Akatab"/>
                </a:rPr>
                <a:t>-</a:t>
              </a:r>
              <a:endParaRPr b="1" sz="40000">
                <a:solidFill>
                  <a:srgbClr val="FCFCFC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621" name="Google Shape;621;p56"/>
            <p:cNvSpPr txBox="1"/>
            <p:nvPr/>
          </p:nvSpPr>
          <p:spPr>
            <a:xfrm>
              <a:off x="4693575" y="-397675"/>
              <a:ext cx="4506000" cy="40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000">
                  <a:solidFill>
                    <a:srgbClr val="FCFCFC"/>
                  </a:solidFill>
                  <a:latin typeface="Akatab"/>
                  <a:ea typeface="Akatab"/>
                  <a:cs typeface="Akatab"/>
                  <a:sym typeface="Akatab"/>
                </a:rPr>
                <a:t>-</a:t>
              </a:r>
              <a:endParaRPr b="1" sz="40000">
                <a:solidFill>
                  <a:srgbClr val="FCFCFC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622" name="Google Shape;622;p56"/>
            <p:cNvSpPr txBox="1"/>
            <p:nvPr/>
          </p:nvSpPr>
          <p:spPr>
            <a:xfrm>
              <a:off x="5798475" y="-397675"/>
              <a:ext cx="4506000" cy="402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000">
                  <a:solidFill>
                    <a:srgbClr val="FCFCFC"/>
                  </a:solidFill>
                  <a:latin typeface="Akatab"/>
                  <a:ea typeface="Akatab"/>
                  <a:cs typeface="Akatab"/>
                  <a:sym typeface="Akatab"/>
                </a:rPr>
                <a:t>-</a:t>
              </a:r>
              <a:endParaRPr b="1" sz="40000">
                <a:solidFill>
                  <a:srgbClr val="FCFCFC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sp>
        <p:nvSpPr>
          <p:cNvPr id="623" name="Google Shape;623;p56"/>
          <p:cNvSpPr txBox="1"/>
          <p:nvPr>
            <p:ph idx="12" type="sldNum"/>
          </p:nvPr>
        </p:nvSpPr>
        <p:spPr>
          <a:xfrm>
            <a:off x="8237734" y="4588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xecutive Summary of Marketing Plan by Slidesgo">
  <a:themeElements>
    <a:clrScheme name="Simple Light">
      <a:dk1>
        <a:srgbClr val="586847"/>
      </a:dk1>
      <a:lt1>
        <a:srgbClr val="FCFCFC"/>
      </a:lt1>
      <a:dk2>
        <a:srgbClr val="F3ECE6"/>
      </a:dk2>
      <a:lt2>
        <a:srgbClr val="B4ACA2"/>
      </a:lt2>
      <a:accent1>
        <a:srgbClr val="475735"/>
      </a:accent1>
      <a:accent2>
        <a:srgbClr val="303A2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868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